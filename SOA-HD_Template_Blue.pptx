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58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7E"/>
    <a:srgbClr val="5977F9"/>
    <a:srgbClr val="072AC8"/>
    <a:srgbClr val="D6DEFE"/>
    <a:srgbClr val="78AD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2E5FB2-AE87-480A-8B00-0F90A411AB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C7803-8189-457B-B7CE-F25C6131F1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76B52-C309-42B8-B9F7-D19BD79DC69A}" type="datetimeFigureOut">
              <a:rPr lang="en-ID" smtClean="0"/>
              <a:t>21/08/2024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4452E-664E-45DB-B76F-23B4818A1D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331B1-57E0-40CF-A33C-46D13AEE8F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381FC-3F47-4B6A-A056-9B7AC99CF9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2465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274BF-2929-BA4D-AF72-53015ADA2D34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EE2A9-82AC-0C4C-928A-18DD08D0C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12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324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46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BE9A4DD-D285-446D-A309-53949701EA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9268" y="651542"/>
            <a:ext cx="4252458" cy="55549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2120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9CE01BB-B75D-47E9-9ADE-073362F840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150" y="547688"/>
            <a:ext cx="3997325" cy="5762624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3342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0C6ED69-D5BD-408A-B1F8-828E4E68DC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7375" y="2744885"/>
            <a:ext cx="5405438" cy="1458815"/>
          </a:xfrm>
          <a:prstGeom prst="roundRect">
            <a:avLst>
              <a:gd name="adj" fmla="val 34058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00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E3A67FF-C941-4B5D-B15C-D938655C6D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393" y="628502"/>
            <a:ext cx="5305842" cy="201295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98C515B3-B3A9-48A1-B29C-15595536D8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9234" y="628502"/>
            <a:ext cx="4809627" cy="265258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4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688F22-A5D6-40F8-A0B5-5FA35C91DD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6575" y="579438"/>
            <a:ext cx="3669725" cy="3939824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781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45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03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71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AEF7CFD-ABC7-4EC0-B746-8D5AD700AB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7726" y="2598057"/>
            <a:ext cx="5146675" cy="360906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9BF7039-E4C6-45AB-80DA-899085DC2C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01632" y="-1"/>
            <a:ext cx="4457390" cy="287414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7175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5467998-C4E1-4F93-93ED-48A2AF1AB0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4889" y="651542"/>
            <a:ext cx="3909686" cy="4999956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8534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21">
            <a:extLst>
              <a:ext uri="{FF2B5EF4-FFF2-40B4-BE49-F238E27FC236}">
                <a16:creationId xmlns:a16="http://schemas.microsoft.com/office/drawing/2014/main" id="{010B4E31-EC2E-47A2-892B-2627C0794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5695" y="476016"/>
            <a:ext cx="3909686" cy="5948294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534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21">
            <a:extLst>
              <a:ext uri="{FF2B5EF4-FFF2-40B4-BE49-F238E27FC236}">
                <a16:creationId xmlns:a16="http://schemas.microsoft.com/office/drawing/2014/main" id="{DDDBBF3D-306B-4DF0-9807-EA90E1C83F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4889" y="1028702"/>
            <a:ext cx="3909686" cy="5220721"/>
          </a:xfrm>
          <a:prstGeom prst="round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6918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448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D318DC3-BF2E-4B6C-AB82-06D58BCE8C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2085" y="0"/>
            <a:ext cx="10061251" cy="32131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2345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1">
            <a:extLst>
              <a:ext uri="{FF2B5EF4-FFF2-40B4-BE49-F238E27FC236}">
                <a16:creationId xmlns:a16="http://schemas.microsoft.com/office/drawing/2014/main" id="{327D96D2-21DF-4269-B526-F2049CE236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26921" y="651542"/>
            <a:ext cx="5947478" cy="1853699"/>
          </a:xfrm>
          <a:prstGeom prst="roundRect">
            <a:avLst>
              <a:gd name="adj" fmla="val 26846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5488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84062A8-AA87-4764-84BF-740EA6CF4D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9650" y="3826780"/>
            <a:ext cx="2189163" cy="2345264"/>
          </a:xfrm>
          <a:prstGeom prst="roundRect">
            <a:avLst>
              <a:gd name="adj" fmla="val 20967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31" name="Picture Placeholder 28">
            <a:extLst>
              <a:ext uri="{FF2B5EF4-FFF2-40B4-BE49-F238E27FC236}">
                <a16:creationId xmlns:a16="http://schemas.microsoft.com/office/drawing/2014/main" id="{8E623860-D25A-4159-872C-8382B26E05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09650" y="695325"/>
            <a:ext cx="2189163" cy="2345264"/>
          </a:xfrm>
          <a:prstGeom prst="roundRect">
            <a:avLst>
              <a:gd name="adj" fmla="val 20967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7174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28">
            <a:extLst>
              <a:ext uri="{FF2B5EF4-FFF2-40B4-BE49-F238E27FC236}">
                <a16:creationId xmlns:a16="http://schemas.microsoft.com/office/drawing/2014/main" id="{29B82B55-7F4E-439A-9404-D93B6CA630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2721" y="3111986"/>
            <a:ext cx="2067808" cy="2215254"/>
          </a:xfrm>
          <a:prstGeom prst="roundRect">
            <a:avLst>
              <a:gd name="adj" fmla="val 8332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38" name="Picture Placeholder 28">
            <a:extLst>
              <a:ext uri="{FF2B5EF4-FFF2-40B4-BE49-F238E27FC236}">
                <a16:creationId xmlns:a16="http://schemas.microsoft.com/office/drawing/2014/main" id="{595AC339-5425-4211-9D08-C3C59A170BC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38649" y="3111986"/>
            <a:ext cx="2067808" cy="2215254"/>
          </a:xfrm>
          <a:prstGeom prst="roundRect">
            <a:avLst>
              <a:gd name="adj" fmla="val 8332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39" name="Picture Placeholder 28">
            <a:extLst>
              <a:ext uri="{FF2B5EF4-FFF2-40B4-BE49-F238E27FC236}">
                <a16:creationId xmlns:a16="http://schemas.microsoft.com/office/drawing/2014/main" id="{41B150FA-FB83-4E55-A0E1-0635BD2B7F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04577" y="3111986"/>
            <a:ext cx="2067808" cy="2215254"/>
          </a:xfrm>
          <a:prstGeom prst="roundRect">
            <a:avLst>
              <a:gd name="adj" fmla="val 8332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0D8AE395-05B7-4AB1-A5B3-13B74D02E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70505" y="3111986"/>
            <a:ext cx="2067808" cy="2215254"/>
          </a:xfrm>
          <a:prstGeom prst="roundRect">
            <a:avLst>
              <a:gd name="adj" fmla="val 8332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02092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542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F403EBA7-2125-47BE-B335-273B7A3CC6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3628" y="1037424"/>
            <a:ext cx="4007286" cy="4783152"/>
          </a:xfrm>
          <a:prstGeom prst="roundRect">
            <a:avLst>
              <a:gd name="adj" fmla="val 6536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45101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8">
            <a:extLst>
              <a:ext uri="{FF2B5EF4-FFF2-40B4-BE49-F238E27FC236}">
                <a16:creationId xmlns:a16="http://schemas.microsoft.com/office/drawing/2014/main" id="{6438E918-7C68-42A0-ABAA-A8A6B86DA9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5098" y="3515693"/>
            <a:ext cx="5438246" cy="2908615"/>
          </a:xfrm>
          <a:prstGeom prst="roundRect">
            <a:avLst>
              <a:gd name="adj" fmla="val 6536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26900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8">
            <a:extLst>
              <a:ext uri="{FF2B5EF4-FFF2-40B4-BE49-F238E27FC236}">
                <a16:creationId xmlns:a16="http://schemas.microsoft.com/office/drawing/2014/main" id="{EFE88405-AE51-43E9-93C4-9BCE85C763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4013" y="433690"/>
            <a:ext cx="4007286" cy="5990620"/>
          </a:xfrm>
          <a:prstGeom prst="roundRect">
            <a:avLst>
              <a:gd name="adj" fmla="val 50000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74936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8">
            <a:extLst>
              <a:ext uri="{FF2B5EF4-FFF2-40B4-BE49-F238E27FC236}">
                <a16:creationId xmlns:a16="http://schemas.microsoft.com/office/drawing/2014/main" id="{57646E5E-BD60-4C96-89C1-D7049CE565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754" y="3288271"/>
            <a:ext cx="4463964" cy="3950729"/>
          </a:xfrm>
          <a:prstGeom prst="roundRect">
            <a:avLst>
              <a:gd name="adj" fmla="val 6536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2836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303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2532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2AC1704-D357-43E4-B592-A6E7C6A513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1221" y="-247650"/>
            <a:ext cx="9800427" cy="2999407"/>
          </a:xfrm>
          <a:prstGeom prst="roundRect">
            <a:avLst>
              <a:gd name="adj" fmla="val 6536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</p:sp>
    </p:spTree>
    <p:extLst>
      <p:ext uri="{BB962C8B-B14F-4D97-AF65-F5344CB8AC3E}">
        <p14:creationId xmlns:p14="http://schemas.microsoft.com/office/powerpoint/2010/main" val="24327449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68551106-9781-4A52-85ED-C7E89B3B46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8233" y="921249"/>
            <a:ext cx="3643314" cy="228790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</p:sp>
    </p:spTree>
    <p:extLst>
      <p:ext uri="{BB962C8B-B14F-4D97-AF65-F5344CB8AC3E}">
        <p14:creationId xmlns:p14="http://schemas.microsoft.com/office/powerpoint/2010/main" val="3900676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BBEE1A9-B178-4FE0-9782-0766EE714D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19140" y="2193110"/>
            <a:ext cx="2997797" cy="3903602"/>
          </a:xfrm>
          <a:prstGeom prst="roundRect">
            <a:avLst>
              <a:gd name="adj" fmla="val 1735"/>
            </a:avLst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5368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42C6A56A-8243-41EA-ADC8-2B275BCA7C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92891" y="833119"/>
            <a:ext cx="2408689" cy="5194301"/>
          </a:xfrm>
          <a:custGeom>
            <a:avLst/>
            <a:gdLst>
              <a:gd name="connsiteX0" fmla="*/ 0 w 4633405"/>
              <a:gd name="connsiteY0" fmla="*/ 0 h 3465386"/>
              <a:gd name="connsiteX1" fmla="*/ 4633405 w 4633405"/>
              <a:gd name="connsiteY1" fmla="*/ 0 h 3465386"/>
              <a:gd name="connsiteX2" fmla="*/ 4633405 w 4633405"/>
              <a:gd name="connsiteY2" fmla="*/ 3465386 h 3465386"/>
              <a:gd name="connsiteX3" fmla="*/ 0 w 4633405"/>
              <a:gd name="connsiteY3" fmla="*/ 3465386 h 3465386"/>
              <a:gd name="connsiteX4" fmla="*/ 0 w 4633405"/>
              <a:gd name="connsiteY4" fmla="*/ 0 h 3465386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4633405 w 4633405"/>
              <a:gd name="connsiteY2" fmla="*/ 4572 h 3469958"/>
              <a:gd name="connsiteX3" fmla="*/ 4633405 w 4633405"/>
              <a:gd name="connsiteY3" fmla="*/ 3469958 h 3469958"/>
              <a:gd name="connsiteX4" fmla="*/ 0 w 4633405"/>
              <a:gd name="connsiteY4" fmla="*/ 3469958 h 3469958"/>
              <a:gd name="connsiteX5" fmla="*/ 0 w 4633405"/>
              <a:gd name="connsiteY5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696212 w 4633405"/>
              <a:gd name="connsiteY2" fmla="*/ 0 h 3469958"/>
              <a:gd name="connsiteX3" fmla="*/ 4633405 w 4633405"/>
              <a:gd name="connsiteY3" fmla="*/ 4572 h 3469958"/>
              <a:gd name="connsiteX4" fmla="*/ 4633405 w 4633405"/>
              <a:gd name="connsiteY4" fmla="*/ 3469958 h 3469958"/>
              <a:gd name="connsiteX5" fmla="*/ 0 w 4633405"/>
              <a:gd name="connsiteY5" fmla="*/ 3469958 h 3469958"/>
              <a:gd name="connsiteX6" fmla="*/ 0 w 4633405"/>
              <a:gd name="connsiteY6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696212 w 4633405"/>
              <a:gd name="connsiteY2" fmla="*/ 0 h 3469958"/>
              <a:gd name="connsiteX3" fmla="*/ 3212592 w 4633405"/>
              <a:gd name="connsiteY3" fmla="*/ 0 h 3469958"/>
              <a:gd name="connsiteX4" fmla="*/ 4633405 w 4633405"/>
              <a:gd name="connsiteY4" fmla="*/ 4572 h 3469958"/>
              <a:gd name="connsiteX5" fmla="*/ 4633405 w 4633405"/>
              <a:gd name="connsiteY5" fmla="*/ 3469958 h 3469958"/>
              <a:gd name="connsiteX6" fmla="*/ 0 w 4633405"/>
              <a:gd name="connsiteY6" fmla="*/ 3469958 h 3469958"/>
              <a:gd name="connsiteX7" fmla="*/ 0 w 4633405"/>
              <a:gd name="connsiteY7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696212 w 4633405"/>
              <a:gd name="connsiteY2" fmla="*/ 0 h 3469958"/>
              <a:gd name="connsiteX3" fmla="*/ 3067812 w 4633405"/>
              <a:gd name="connsiteY3" fmla="*/ 0 h 3469958"/>
              <a:gd name="connsiteX4" fmla="*/ 3212592 w 4633405"/>
              <a:gd name="connsiteY4" fmla="*/ 0 h 3469958"/>
              <a:gd name="connsiteX5" fmla="*/ 4633405 w 4633405"/>
              <a:gd name="connsiteY5" fmla="*/ 4572 h 3469958"/>
              <a:gd name="connsiteX6" fmla="*/ 4633405 w 4633405"/>
              <a:gd name="connsiteY6" fmla="*/ 3469958 h 3469958"/>
              <a:gd name="connsiteX7" fmla="*/ 0 w 4633405"/>
              <a:gd name="connsiteY7" fmla="*/ 3469958 h 3469958"/>
              <a:gd name="connsiteX8" fmla="*/ 0 w 4633405"/>
              <a:gd name="connsiteY8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3067812 w 4633405"/>
              <a:gd name="connsiteY3" fmla="*/ 0 h 3469958"/>
              <a:gd name="connsiteX4" fmla="*/ 3212592 w 4633405"/>
              <a:gd name="connsiteY4" fmla="*/ 0 h 3469958"/>
              <a:gd name="connsiteX5" fmla="*/ 4633405 w 4633405"/>
              <a:gd name="connsiteY5" fmla="*/ 4572 h 3469958"/>
              <a:gd name="connsiteX6" fmla="*/ 4633405 w 4633405"/>
              <a:gd name="connsiteY6" fmla="*/ 3469958 h 3469958"/>
              <a:gd name="connsiteX7" fmla="*/ 0 w 4633405"/>
              <a:gd name="connsiteY7" fmla="*/ 3469958 h 3469958"/>
              <a:gd name="connsiteX8" fmla="*/ 0 w 4633405"/>
              <a:gd name="connsiteY8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3197352 w 4633405"/>
              <a:gd name="connsiteY3" fmla="*/ 137160 h 3469958"/>
              <a:gd name="connsiteX4" fmla="*/ 3212592 w 4633405"/>
              <a:gd name="connsiteY4" fmla="*/ 0 h 3469958"/>
              <a:gd name="connsiteX5" fmla="*/ 4633405 w 4633405"/>
              <a:gd name="connsiteY5" fmla="*/ 4572 h 3469958"/>
              <a:gd name="connsiteX6" fmla="*/ 4633405 w 4633405"/>
              <a:gd name="connsiteY6" fmla="*/ 3469958 h 3469958"/>
              <a:gd name="connsiteX7" fmla="*/ 0 w 4633405"/>
              <a:gd name="connsiteY7" fmla="*/ 3469958 h 3469958"/>
              <a:gd name="connsiteX8" fmla="*/ 0 w 4633405"/>
              <a:gd name="connsiteY8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726692 w 4633405"/>
              <a:gd name="connsiteY3" fmla="*/ 129540 h 3469958"/>
              <a:gd name="connsiteX4" fmla="*/ 3197352 w 4633405"/>
              <a:gd name="connsiteY4" fmla="*/ 137160 h 3469958"/>
              <a:gd name="connsiteX5" fmla="*/ 3212592 w 4633405"/>
              <a:gd name="connsiteY5" fmla="*/ 0 h 3469958"/>
              <a:gd name="connsiteX6" fmla="*/ 4633405 w 4633405"/>
              <a:gd name="connsiteY6" fmla="*/ 4572 h 3469958"/>
              <a:gd name="connsiteX7" fmla="*/ 4633405 w 4633405"/>
              <a:gd name="connsiteY7" fmla="*/ 3469958 h 3469958"/>
              <a:gd name="connsiteX8" fmla="*/ 0 w 4633405"/>
              <a:gd name="connsiteY8" fmla="*/ 3469958 h 3469958"/>
              <a:gd name="connsiteX9" fmla="*/ 0 w 4633405"/>
              <a:gd name="connsiteY9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726692 w 4633405"/>
              <a:gd name="connsiteY3" fmla="*/ 129540 h 3469958"/>
              <a:gd name="connsiteX4" fmla="*/ 1802892 w 4633405"/>
              <a:gd name="connsiteY4" fmla="*/ 106680 h 3469958"/>
              <a:gd name="connsiteX5" fmla="*/ 3197352 w 4633405"/>
              <a:gd name="connsiteY5" fmla="*/ 137160 h 3469958"/>
              <a:gd name="connsiteX6" fmla="*/ 3212592 w 4633405"/>
              <a:gd name="connsiteY6" fmla="*/ 0 h 3469958"/>
              <a:gd name="connsiteX7" fmla="*/ 4633405 w 4633405"/>
              <a:gd name="connsiteY7" fmla="*/ 4572 h 3469958"/>
              <a:gd name="connsiteX8" fmla="*/ 4633405 w 4633405"/>
              <a:gd name="connsiteY8" fmla="*/ 3469958 h 3469958"/>
              <a:gd name="connsiteX9" fmla="*/ 0 w 4633405"/>
              <a:gd name="connsiteY9" fmla="*/ 3469958 h 3469958"/>
              <a:gd name="connsiteX10" fmla="*/ 0 w 4633405"/>
              <a:gd name="connsiteY10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726692 w 4633405"/>
              <a:gd name="connsiteY3" fmla="*/ 129540 h 3469958"/>
              <a:gd name="connsiteX4" fmla="*/ 1802892 w 4633405"/>
              <a:gd name="connsiteY4" fmla="*/ 106680 h 3469958"/>
              <a:gd name="connsiteX5" fmla="*/ 2892552 w 4633405"/>
              <a:gd name="connsiteY5" fmla="*/ 121920 h 3469958"/>
              <a:gd name="connsiteX6" fmla="*/ 3197352 w 4633405"/>
              <a:gd name="connsiteY6" fmla="*/ 137160 h 3469958"/>
              <a:gd name="connsiteX7" fmla="*/ 3212592 w 4633405"/>
              <a:gd name="connsiteY7" fmla="*/ 0 h 3469958"/>
              <a:gd name="connsiteX8" fmla="*/ 4633405 w 4633405"/>
              <a:gd name="connsiteY8" fmla="*/ 4572 h 3469958"/>
              <a:gd name="connsiteX9" fmla="*/ 4633405 w 4633405"/>
              <a:gd name="connsiteY9" fmla="*/ 3469958 h 3469958"/>
              <a:gd name="connsiteX10" fmla="*/ 0 w 4633405"/>
              <a:gd name="connsiteY10" fmla="*/ 3469958 h 3469958"/>
              <a:gd name="connsiteX11" fmla="*/ 0 w 4633405"/>
              <a:gd name="connsiteY11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726692 w 4633405"/>
              <a:gd name="connsiteY3" fmla="*/ 129540 h 3469958"/>
              <a:gd name="connsiteX4" fmla="*/ 1802892 w 4633405"/>
              <a:gd name="connsiteY4" fmla="*/ 106680 h 3469958"/>
              <a:gd name="connsiteX5" fmla="*/ 2892552 w 4633405"/>
              <a:gd name="connsiteY5" fmla="*/ 121920 h 3469958"/>
              <a:gd name="connsiteX6" fmla="*/ 3075432 w 4633405"/>
              <a:gd name="connsiteY6" fmla="*/ 121920 h 3469958"/>
              <a:gd name="connsiteX7" fmla="*/ 3197352 w 4633405"/>
              <a:gd name="connsiteY7" fmla="*/ 137160 h 3469958"/>
              <a:gd name="connsiteX8" fmla="*/ 3212592 w 4633405"/>
              <a:gd name="connsiteY8" fmla="*/ 0 h 3469958"/>
              <a:gd name="connsiteX9" fmla="*/ 4633405 w 4633405"/>
              <a:gd name="connsiteY9" fmla="*/ 4572 h 3469958"/>
              <a:gd name="connsiteX10" fmla="*/ 4633405 w 4633405"/>
              <a:gd name="connsiteY10" fmla="*/ 3469958 h 3469958"/>
              <a:gd name="connsiteX11" fmla="*/ 0 w 4633405"/>
              <a:gd name="connsiteY11" fmla="*/ 3469958 h 3469958"/>
              <a:gd name="connsiteX12" fmla="*/ 0 w 4633405"/>
              <a:gd name="connsiteY12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581912 w 4633405"/>
              <a:gd name="connsiteY3" fmla="*/ 259080 h 3469958"/>
              <a:gd name="connsiteX4" fmla="*/ 1802892 w 4633405"/>
              <a:gd name="connsiteY4" fmla="*/ 106680 h 3469958"/>
              <a:gd name="connsiteX5" fmla="*/ 2892552 w 4633405"/>
              <a:gd name="connsiteY5" fmla="*/ 121920 h 3469958"/>
              <a:gd name="connsiteX6" fmla="*/ 3075432 w 4633405"/>
              <a:gd name="connsiteY6" fmla="*/ 121920 h 3469958"/>
              <a:gd name="connsiteX7" fmla="*/ 3197352 w 4633405"/>
              <a:gd name="connsiteY7" fmla="*/ 137160 h 3469958"/>
              <a:gd name="connsiteX8" fmla="*/ 3212592 w 4633405"/>
              <a:gd name="connsiteY8" fmla="*/ 0 h 3469958"/>
              <a:gd name="connsiteX9" fmla="*/ 4633405 w 4633405"/>
              <a:gd name="connsiteY9" fmla="*/ 4572 h 3469958"/>
              <a:gd name="connsiteX10" fmla="*/ 4633405 w 4633405"/>
              <a:gd name="connsiteY10" fmla="*/ 3469958 h 3469958"/>
              <a:gd name="connsiteX11" fmla="*/ 0 w 4633405"/>
              <a:gd name="connsiteY11" fmla="*/ 3469958 h 3469958"/>
              <a:gd name="connsiteX12" fmla="*/ 0 w 4633405"/>
              <a:gd name="connsiteY12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581912 w 4633405"/>
              <a:gd name="connsiteY3" fmla="*/ 259080 h 3469958"/>
              <a:gd name="connsiteX4" fmla="*/ 1688592 w 4633405"/>
              <a:gd name="connsiteY4" fmla="*/ 358140 h 3469958"/>
              <a:gd name="connsiteX5" fmla="*/ 2892552 w 4633405"/>
              <a:gd name="connsiteY5" fmla="*/ 121920 h 3469958"/>
              <a:gd name="connsiteX6" fmla="*/ 3075432 w 4633405"/>
              <a:gd name="connsiteY6" fmla="*/ 121920 h 3469958"/>
              <a:gd name="connsiteX7" fmla="*/ 3197352 w 4633405"/>
              <a:gd name="connsiteY7" fmla="*/ 137160 h 3469958"/>
              <a:gd name="connsiteX8" fmla="*/ 3212592 w 4633405"/>
              <a:gd name="connsiteY8" fmla="*/ 0 h 3469958"/>
              <a:gd name="connsiteX9" fmla="*/ 4633405 w 4633405"/>
              <a:gd name="connsiteY9" fmla="*/ 4572 h 3469958"/>
              <a:gd name="connsiteX10" fmla="*/ 4633405 w 4633405"/>
              <a:gd name="connsiteY10" fmla="*/ 3469958 h 3469958"/>
              <a:gd name="connsiteX11" fmla="*/ 0 w 4633405"/>
              <a:gd name="connsiteY11" fmla="*/ 3469958 h 3469958"/>
              <a:gd name="connsiteX12" fmla="*/ 0 w 4633405"/>
              <a:gd name="connsiteY12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581912 w 4633405"/>
              <a:gd name="connsiteY3" fmla="*/ 259080 h 3469958"/>
              <a:gd name="connsiteX4" fmla="*/ 1688592 w 4633405"/>
              <a:gd name="connsiteY4" fmla="*/ 358140 h 3469958"/>
              <a:gd name="connsiteX5" fmla="*/ 2892552 w 4633405"/>
              <a:gd name="connsiteY5" fmla="*/ 121920 h 3469958"/>
              <a:gd name="connsiteX6" fmla="*/ 3144012 w 4633405"/>
              <a:gd name="connsiteY6" fmla="*/ 304800 h 3469958"/>
              <a:gd name="connsiteX7" fmla="*/ 3197352 w 4633405"/>
              <a:gd name="connsiteY7" fmla="*/ 137160 h 3469958"/>
              <a:gd name="connsiteX8" fmla="*/ 3212592 w 4633405"/>
              <a:gd name="connsiteY8" fmla="*/ 0 h 3469958"/>
              <a:gd name="connsiteX9" fmla="*/ 4633405 w 4633405"/>
              <a:gd name="connsiteY9" fmla="*/ 4572 h 3469958"/>
              <a:gd name="connsiteX10" fmla="*/ 4633405 w 4633405"/>
              <a:gd name="connsiteY10" fmla="*/ 3469958 h 3469958"/>
              <a:gd name="connsiteX11" fmla="*/ 0 w 4633405"/>
              <a:gd name="connsiteY11" fmla="*/ 3469958 h 3469958"/>
              <a:gd name="connsiteX12" fmla="*/ 0 w 4633405"/>
              <a:gd name="connsiteY12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581912 w 4633405"/>
              <a:gd name="connsiteY3" fmla="*/ 259080 h 3469958"/>
              <a:gd name="connsiteX4" fmla="*/ 1688592 w 4633405"/>
              <a:gd name="connsiteY4" fmla="*/ 358140 h 3469958"/>
              <a:gd name="connsiteX5" fmla="*/ 2991612 w 4633405"/>
              <a:gd name="connsiteY5" fmla="*/ 342900 h 3469958"/>
              <a:gd name="connsiteX6" fmla="*/ 3144012 w 4633405"/>
              <a:gd name="connsiteY6" fmla="*/ 304800 h 3469958"/>
              <a:gd name="connsiteX7" fmla="*/ 3197352 w 4633405"/>
              <a:gd name="connsiteY7" fmla="*/ 137160 h 3469958"/>
              <a:gd name="connsiteX8" fmla="*/ 3212592 w 4633405"/>
              <a:gd name="connsiteY8" fmla="*/ 0 h 3469958"/>
              <a:gd name="connsiteX9" fmla="*/ 4633405 w 4633405"/>
              <a:gd name="connsiteY9" fmla="*/ 4572 h 3469958"/>
              <a:gd name="connsiteX10" fmla="*/ 4633405 w 4633405"/>
              <a:gd name="connsiteY10" fmla="*/ 3469958 h 3469958"/>
              <a:gd name="connsiteX11" fmla="*/ 0 w 4633405"/>
              <a:gd name="connsiteY11" fmla="*/ 3469958 h 3469958"/>
              <a:gd name="connsiteX12" fmla="*/ 0 w 4633405"/>
              <a:gd name="connsiteY12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581912 w 4633405"/>
              <a:gd name="connsiteY3" fmla="*/ 259080 h 3469958"/>
              <a:gd name="connsiteX4" fmla="*/ 1688592 w 4633405"/>
              <a:gd name="connsiteY4" fmla="*/ 358140 h 3469958"/>
              <a:gd name="connsiteX5" fmla="*/ 2991612 w 4633405"/>
              <a:gd name="connsiteY5" fmla="*/ 342900 h 3469958"/>
              <a:gd name="connsiteX6" fmla="*/ 3144012 w 4633405"/>
              <a:gd name="connsiteY6" fmla="*/ 304800 h 3469958"/>
              <a:gd name="connsiteX7" fmla="*/ 3140202 w 4633405"/>
              <a:gd name="connsiteY7" fmla="*/ 95250 h 3469958"/>
              <a:gd name="connsiteX8" fmla="*/ 3212592 w 4633405"/>
              <a:gd name="connsiteY8" fmla="*/ 0 h 3469958"/>
              <a:gd name="connsiteX9" fmla="*/ 4633405 w 4633405"/>
              <a:gd name="connsiteY9" fmla="*/ 4572 h 3469958"/>
              <a:gd name="connsiteX10" fmla="*/ 4633405 w 4633405"/>
              <a:gd name="connsiteY10" fmla="*/ 3469958 h 3469958"/>
              <a:gd name="connsiteX11" fmla="*/ 0 w 4633405"/>
              <a:gd name="connsiteY11" fmla="*/ 3469958 h 3469958"/>
              <a:gd name="connsiteX12" fmla="*/ 0 w 4633405"/>
              <a:gd name="connsiteY12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581912 w 4633405"/>
              <a:gd name="connsiteY3" fmla="*/ 259080 h 3469958"/>
              <a:gd name="connsiteX4" fmla="*/ 1688592 w 4633405"/>
              <a:gd name="connsiteY4" fmla="*/ 358140 h 3469958"/>
              <a:gd name="connsiteX5" fmla="*/ 2991612 w 4633405"/>
              <a:gd name="connsiteY5" fmla="*/ 342900 h 3469958"/>
              <a:gd name="connsiteX6" fmla="*/ 3086862 w 4633405"/>
              <a:gd name="connsiteY6" fmla="*/ 278130 h 3469958"/>
              <a:gd name="connsiteX7" fmla="*/ 3140202 w 4633405"/>
              <a:gd name="connsiteY7" fmla="*/ 95250 h 3469958"/>
              <a:gd name="connsiteX8" fmla="*/ 3212592 w 4633405"/>
              <a:gd name="connsiteY8" fmla="*/ 0 h 3469958"/>
              <a:gd name="connsiteX9" fmla="*/ 4633405 w 4633405"/>
              <a:gd name="connsiteY9" fmla="*/ 4572 h 3469958"/>
              <a:gd name="connsiteX10" fmla="*/ 4633405 w 4633405"/>
              <a:gd name="connsiteY10" fmla="*/ 3469958 h 3469958"/>
              <a:gd name="connsiteX11" fmla="*/ 0 w 4633405"/>
              <a:gd name="connsiteY11" fmla="*/ 3469958 h 3469958"/>
              <a:gd name="connsiteX12" fmla="*/ 0 w 4633405"/>
              <a:gd name="connsiteY12" fmla="*/ 4572 h 3469958"/>
              <a:gd name="connsiteX0" fmla="*/ 0 w 4633405"/>
              <a:gd name="connsiteY0" fmla="*/ 4572 h 3469958"/>
              <a:gd name="connsiteX1" fmla="*/ 1505712 w 4633405"/>
              <a:gd name="connsiteY1" fmla="*/ 0 h 3469958"/>
              <a:gd name="connsiteX2" fmla="*/ 1559052 w 4633405"/>
              <a:gd name="connsiteY2" fmla="*/ 137160 h 3469958"/>
              <a:gd name="connsiteX3" fmla="*/ 1581912 w 4633405"/>
              <a:gd name="connsiteY3" fmla="*/ 259080 h 3469958"/>
              <a:gd name="connsiteX4" fmla="*/ 1688592 w 4633405"/>
              <a:gd name="connsiteY4" fmla="*/ 358140 h 3469958"/>
              <a:gd name="connsiteX5" fmla="*/ 2991612 w 4633405"/>
              <a:gd name="connsiteY5" fmla="*/ 342900 h 3469958"/>
              <a:gd name="connsiteX6" fmla="*/ 3086862 w 4633405"/>
              <a:gd name="connsiteY6" fmla="*/ 278130 h 3469958"/>
              <a:gd name="connsiteX7" fmla="*/ 3094482 w 4633405"/>
              <a:gd name="connsiteY7" fmla="*/ 91440 h 3469958"/>
              <a:gd name="connsiteX8" fmla="*/ 3212592 w 4633405"/>
              <a:gd name="connsiteY8" fmla="*/ 0 h 3469958"/>
              <a:gd name="connsiteX9" fmla="*/ 4633405 w 4633405"/>
              <a:gd name="connsiteY9" fmla="*/ 4572 h 3469958"/>
              <a:gd name="connsiteX10" fmla="*/ 4633405 w 4633405"/>
              <a:gd name="connsiteY10" fmla="*/ 3469958 h 3469958"/>
              <a:gd name="connsiteX11" fmla="*/ 0 w 4633405"/>
              <a:gd name="connsiteY11" fmla="*/ 3469958 h 3469958"/>
              <a:gd name="connsiteX12" fmla="*/ 0 w 4633405"/>
              <a:gd name="connsiteY12" fmla="*/ 4572 h 3469958"/>
              <a:gd name="connsiteX0" fmla="*/ 0 w 4633405"/>
              <a:gd name="connsiteY0" fmla="*/ 12192 h 3477578"/>
              <a:gd name="connsiteX1" fmla="*/ 237744 w 4633405"/>
              <a:gd name="connsiteY1" fmla="*/ 0 h 3477578"/>
              <a:gd name="connsiteX2" fmla="*/ 1505712 w 4633405"/>
              <a:gd name="connsiteY2" fmla="*/ 7620 h 3477578"/>
              <a:gd name="connsiteX3" fmla="*/ 1559052 w 4633405"/>
              <a:gd name="connsiteY3" fmla="*/ 144780 h 3477578"/>
              <a:gd name="connsiteX4" fmla="*/ 1581912 w 4633405"/>
              <a:gd name="connsiteY4" fmla="*/ 266700 h 3477578"/>
              <a:gd name="connsiteX5" fmla="*/ 1688592 w 4633405"/>
              <a:gd name="connsiteY5" fmla="*/ 365760 h 3477578"/>
              <a:gd name="connsiteX6" fmla="*/ 2991612 w 4633405"/>
              <a:gd name="connsiteY6" fmla="*/ 350520 h 3477578"/>
              <a:gd name="connsiteX7" fmla="*/ 3086862 w 4633405"/>
              <a:gd name="connsiteY7" fmla="*/ 285750 h 3477578"/>
              <a:gd name="connsiteX8" fmla="*/ 3094482 w 4633405"/>
              <a:gd name="connsiteY8" fmla="*/ 99060 h 3477578"/>
              <a:gd name="connsiteX9" fmla="*/ 3212592 w 4633405"/>
              <a:gd name="connsiteY9" fmla="*/ 7620 h 3477578"/>
              <a:gd name="connsiteX10" fmla="*/ 4633405 w 4633405"/>
              <a:gd name="connsiteY10" fmla="*/ 12192 h 3477578"/>
              <a:gd name="connsiteX11" fmla="*/ 4633405 w 4633405"/>
              <a:gd name="connsiteY11" fmla="*/ 3477578 h 3477578"/>
              <a:gd name="connsiteX12" fmla="*/ 0 w 4633405"/>
              <a:gd name="connsiteY12" fmla="*/ 3477578 h 3477578"/>
              <a:gd name="connsiteX13" fmla="*/ 0 w 4633405"/>
              <a:gd name="connsiteY13" fmla="*/ 12192 h 3477578"/>
              <a:gd name="connsiteX0" fmla="*/ 0 w 4633405"/>
              <a:gd name="connsiteY0" fmla="*/ 12192 h 3477578"/>
              <a:gd name="connsiteX1" fmla="*/ 237744 w 4633405"/>
              <a:gd name="connsiteY1" fmla="*/ 0 h 3477578"/>
              <a:gd name="connsiteX2" fmla="*/ 1505712 w 4633405"/>
              <a:gd name="connsiteY2" fmla="*/ 7620 h 3477578"/>
              <a:gd name="connsiteX3" fmla="*/ 1559052 w 4633405"/>
              <a:gd name="connsiteY3" fmla="*/ 144780 h 3477578"/>
              <a:gd name="connsiteX4" fmla="*/ 1581912 w 4633405"/>
              <a:gd name="connsiteY4" fmla="*/ 266700 h 3477578"/>
              <a:gd name="connsiteX5" fmla="*/ 1688592 w 4633405"/>
              <a:gd name="connsiteY5" fmla="*/ 365760 h 3477578"/>
              <a:gd name="connsiteX6" fmla="*/ 2991612 w 4633405"/>
              <a:gd name="connsiteY6" fmla="*/ 350520 h 3477578"/>
              <a:gd name="connsiteX7" fmla="*/ 3086862 w 4633405"/>
              <a:gd name="connsiteY7" fmla="*/ 285750 h 3477578"/>
              <a:gd name="connsiteX8" fmla="*/ 3094482 w 4633405"/>
              <a:gd name="connsiteY8" fmla="*/ 99060 h 3477578"/>
              <a:gd name="connsiteX9" fmla="*/ 3212592 w 4633405"/>
              <a:gd name="connsiteY9" fmla="*/ 7620 h 3477578"/>
              <a:gd name="connsiteX10" fmla="*/ 4633405 w 4633405"/>
              <a:gd name="connsiteY10" fmla="*/ 12192 h 3477578"/>
              <a:gd name="connsiteX11" fmla="*/ 4633405 w 4633405"/>
              <a:gd name="connsiteY11" fmla="*/ 3477578 h 3477578"/>
              <a:gd name="connsiteX12" fmla="*/ 0 w 4633405"/>
              <a:gd name="connsiteY12" fmla="*/ 3477578 h 3477578"/>
              <a:gd name="connsiteX13" fmla="*/ 0 w 4633405"/>
              <a:gd name="connsiteY13" fmla="*/ 329184 h 3477578"/>
              <a:gd name="connsiteX14" fmla="*/ 0 w 4633405"/>
              <a:gd name="connsiteY14" fmla="*/ 12192 h 3477578"/>
              <a:gd name="connsiteX0" fmla="*/ 0 w 4633405"/>
              <a:gd name="connsiteY0" fmla="*/ 12192 h 3477578"/>
              <a:gd name="connsiteX1" fmla="*/ 237744 w 4633405"/>
              <a:gd name="connsiteY1" fmla="*/ 0 h 3477578"/>
              <a:gd name="connsiteX2" fmla="*/ 1505712 w 4633405"/>
              <a:gd name="connsiteY2" fmla="*/ 7620 h 3477578"/>
              <a:gd name="connsiteX3" fmla="*/ 1559052 w 4633405"/>
              <a:gd name="connsiteY3" fmla="*/ 144780 h 3477578"/>
              <a:gd name="connsiteX4" fmla="*/ 1581912 w 4633405"/>
              <a:gd name="connsiteY4" fmla="*/ 266700 h 3477578"/>
              <a:gd name="connsiteX5" fmla="*/ 1688592 w 4633405"/>
              <a:gd name="connsiteY5" fmla="*/ 365760 h 3477578"/>
              <a:gd name="connsiteX6" fmla="*/ 2991612 w 4633405"/>
              <a:gd name="connsiteY6" fmla="*/ 350520 h 3477578"/>
              <a:gd name="connsiteX7" fmla="*/ 3086862 w 4633405"/>
              <a:gd name="connsiteY7" fmla="*/ 285750 h 3477578"/>
              <a:gd name="connsiteX8" fmla="*/ 3094482 w 4633405"/>
              <a:gd name="connsiteY8" fmla="*/ 99060 h 3477578"/>
              <a:gd name="connsiteX9" fmla="*/ 3212592 w 4633405"/>
              <a:gd name="connsiteY9" fmla="*/ 7620 h 3477578"/>
              <a:gd name="connsiteX10" fmla="*/ 4407408 w 4633405"/>
              <a:gd name="connsiteY10" fmla="*/ 12192 h 3477578"/>
              <a:gd name="connsiteX11" fmla="*/ 4633405 w 4633405"/>
              <a:gd name="connsiteY11" fmla="*/ 12192 h 3477578"/>
              <a:gd name="connsiteX12" fmla="*/ 4633405 w 4633405"/>
              <a:gd name="connsiteY12" fmla="*/ 3477578 h 3477578"/>
              <a:gd name="connsiteX13" fmla="*/ 0 w 4633405"/>
              <a:gd name="connsiteY13" fmla="*/ 3477578 h 3477578"/>
              <a:gd name="connsiteX14" fmla="*/ 0 w 4633405"/>
              <a:gd name="connsiteY14" fmla="*/ 329184 h 3477578"/>
              <a:gd name="connsiteX15" fmla="*/ 0 w 4633405"/>
              <a:gd name="connsiteY15" fmla="*/ 12192 h 3477578"/>
              <a:gd name="connsiteX0" fmla="*/ 0 w 4639056"/>
              <a:gd name="connsiteY0" fmla="*/ 12192 h 3477578"/>
              <a:gd name="connsiteX1" fmla="*/ 237744 w 4639056"/>
              <a:gd name="connsiteY1" fmla="*/ 0 h 3477578"/>
              <a:gd name="connsiteX2" fmla="*/ 1505712 w 4639056"/>
              <a:gd name="connsiteY2" fmla="*/ 7620 h 3477578"/>
              <a:gd name="connsiteX3" fmla="*/ 1559052 w 4639056"/>
              <a:gd name="connsiteY3" fmla="*/ 144780 h 3477578"/>
              <a:gd name="connsiteX4" fmla="*/ 1581912 w 4639056"/>
              <a:gd name="connsiteY4" fmla="*/ 266700 h 3477578"/>
              <a:gd name="connsiteX5" fmla="*/ 1688592 w 4639056"/>
              <a:gd name="connsiteY5" fmla="*/ 365760 h 3477578"/>
              <a:gd name="connsiteX6" fmla="*/ 2991612 w 4639056"/>
              <a:gd name="connsiteY6" fmla="*/ 350520 h 3477578"/>
              <a:gd name="connsiteX7" fmla="*/ 3086862 w 4639056"/>
              <a:gd name="connsiteY7" fmla="*/ 285750 h 3477578"/>
              <a:gd name="connsiteX8" fmla="*/ 3094482 w 4639056"/>
              <a:gd name="connsiteY8" fmla="*/ 99060 h 3477578"/>
              <a:gd name="connsiteX9" fmla="*/ 3212592 w 4639056"/>
              <a:gd name="connsiteY9" fmla="*/ 7620 h 3477578"/>
              <a:gd name="connsiteX10" fmla="*/ 4407408 w 4639056"/>
              <a:gd name="connsiteY10" fmla="*/ 12192 h 3477578"/>
              <a:gd name="connsiteX11" fmla="*/ 4633405 w 4639056"/>
              <a:gd name="connsiteY11" fmla="*/ 12192 h 3477578"/>
              <a:gd name="connsiteX12" fmla="*/ 4639056 w 4639056"/>
              <a:gd name="connsiteY12" fmla="*/ 243840 h 3477578"/>
              <a:gd name="connsiteX13" fmla="*/ 4633405 w 4639056"/>
              <a:gd name="connsiteY13" fmla="*/ 3477578 h 3477578"/>
              <a:gd name="connsiteX14" fmla="*/ 0 w 4639056"/>
              <a:gd name="connsiteY14" fmla="*/ 3477578 h 3477578"/>
              <a:gd name="connsiteX15" fmla="*/ 0 w 4639056"/>
              <a:gd name="connsiteY15" fmla="*/ 329184 h 3477578"/>
              <a:gd name="connsiteX16" fmla="*/ 0 w 4639056"/>
              <a:gd name="connsiteY16" fmla="*/ 12192 h 3477578"/>
              <a:gd name="connsiteX0" fmla="*/ 0 w 4639056"/>
              <a:gd name="connsiteY0" fmla="*/ 12192 h 3477578"/>
              <a:gd name="connsiteX1" fmla="*/ 237744 w 4639056"/>
              <a:gd name="connsiteY1" fmla="*/ 0 h 3477578"/>
              <a:gd name="connsiteX2" fmla="*/ 1505712 w 4639056"/>
              <a:gd name="connsiteY2" fmla="*/ 7620 h 3477578"/>
              <a:gd name="connsiteX3" fmla="*/ 1559052 w 4639056"/>
              <a:gd name="connsiteY3" fmla="*/ 144780 h 3477578"/>
              <a:gd name="connsiteX4" fmla="*/ 1581912 w 4639056"/>
              <a:gd name="connsiteY4" fmla="*/ 266700 h 3477578"/>
              <a:gd name="connsiteX5" fmla="*/ 1688592 w 4639056"/>
              <a:gd name="connsiteY5" fmla="*/ 365760 h 3477578"/>
              <a:gd name="connsiteX6" fmla="*/ 2991612 w 4639056"/>
              <a:gd name="connsiteY6" fmla="*/ 350520 h 3477578"/>
              <a:gd name="connsiteX7" fmla="*/ 3086862 w 4639056"/>
              <a:gd name="connsiteY7" fmla="*/ 285750 h 3477578"/>
              <a:gd name="connsiteX8" fmla="*/ 3094482 w 4639056"/>
              <a:gd name="connsiteY8" fmla="*/ 99060 h 3477578"/>
              <a:gd name="connsiteX9" fmla="*/ 3212592 w 4639056"/>
              <a:gd name="connsiteY9" fmla="*/ 7620 h 3477578"/>
              <a:gd name="connsiteX10" fmla="*/ 4407408 w 4639056"/>
              <a:gd name="connsiteY10" fmla="*/ 12192 h 3477578"/>
              <a:gd name="connsiteX11" fmla="*/ 4639056 w 4639056"/>
              <a:gd name="connsiteY11" fmla="*/ 243840 h 3477578"/>
              <a:gd name="connsiteX12" fmla="*/ 4633405 w 4639056"/>
              <a:gd name="connsiteY12" fmla="*/ 3477578 h 3477578"/>
              <a:gd name="connsiteX13" fmla="*/ 0 w 4639056"/>
              <a:gd name="connsiteY13" fmla="*/ 3477578 h 3477578"/>
              <a:gd name="connsiteX14" fmla="*/ 0 w 4639056"/>
              <a:gd name="connsiteY14" fmla="*/ 329184 h 3477578"/>
              <a:gd name="connsiteX15" fmla="*/ 0 w 4639056"/>
              <a:gd name="connsiteY15" fmla="*/ 12192 h 3477578"/>
              <a:gd name="connsiteX0" fmla="*/ 0 w 4639056"/>
              <a:gd name="connsiteY0" fmla="*/ 329184 h 3477578"/>
              <a:gd name="connsiteX1" fmla="*/ 237744 w 4639056"/>
              <a:gd name="connsiteY1" fmla="*/ 0 h 3477578"/>
              <a:gd name="connsiteX2" fmla="*/ 1505712 w 4639056"/>
              <a:gd name="connsiteY2" fmla="*/ 7620 h 3477578"/>
              <a:gd name="connsiteX3" fmla="*/ 1559052 w 4639056"/>
              <a:gd name="connsiteY3" fmla="*/ 144780 h 3477578"/>
              <a:gd name="connsiteX4" fmla="*/ 1581912 w 4639056"/>
              <a:gd name="connsiteY4" fmla="*/ 266700 h 3477578"/>
              <a:gd name="connsiteX5" fmla="*/ 1688592 w 4639056"/>
              <a:gd name="connsiteY5" fmla="*/ 365760 h 3477578"/>
              <a:gd name="connsiteX6" fmla="*/ 2991612 w 4639056"/>
              <a:gd name="connsiteY6" fmla="*/ 350520 h 3477578"/>
              <a:gd name="connsiteX7" fmla="*/ 3086862 w 4639056"/>
              <a:gd name="connsiteY7" fmla="*/ 285750 h 3477578"/>
              <a:gd name="connsiteX8" fmla="*/ 3094482 w 4639056"/>
              <a:gd name="connsiteY8" fmla="*/ 99060 h 3477578"/>
              <a:gd name="connsiteX9" fmla="*/ 3212592 w 4639056"/>
              <a:gd name="connsiteY9" fmla="*/ 7620 h 3477578"/>
              <a:gd name="connsiteX10" fmla="*/ 4407408 w 4639056"/>
              <a:gd name="connsiteY10" fmla="*/ 12192 h 3477578"/>
              <a:gd name="connsiteX11" fmla="*/ 4639056 w 4639056"/>
              <a:gd name="connsiteY11" fmla="*/ 243840 h 3477578"/>
              <a:gd name="connsiteX12" fmla="*/ 4633405 w 4639056"/>
              <a:gd name="connsiteY12" fmla="*/ 3477578 h 3477578"/>
              <a:gd name="connsiteX13" fmla="*/ 0 w 4639056"/>
              <a:gd name="connsiteY13" fmla="*/ 3477578 h 3477578"/>
              <a:gd name="connsiteX14" fmla="*/ 0 w 4639056"/>
              <a:gd name="connsiteY14" fmla="*/ 329184 h 3477578"/>
              <a:gd name="connsiteX0" fmla="*/ 0 w 4639056"/>
              <a:gd name="connsiteY0" fmla="*/ 321564 h 3469958"/>
              <a:gd name="connsiteX1" fmla="*/ 522224 w 4639056"/>
              <a:gd name="connsiteY1" fmla="*/ 17780 h 3469958"/>
              <a:gd name="connsiteX2" fmla="*/ 1505712 w 4639056"/>
              <a:gd name="connsiteY2" fmla="*/ 0 h 3469958"/>
              <a:gd name="connsiteX3" fmla="*/ 1559052 w 4639056"/>
              <a:gd name="connsiteY3" fmla="*/ 137160 h 3469958"/>
              <a:gd name="connsiteX4" fmla="*/ 1581912 w 4639056"/>
              <a:gd name="connsiteY4" fmla="*/ 25908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0 w 4639056"/>
              <a:gd name="connsiteY14" fmla="*/ 321564 h 3469958"/>
              <a:gd name="connsiteX0" fmla="*/ 5080 w 4639056"/>
              <a:gd name="connsiteY0" fmla="*/ 595884 h 3469958"/>
              <a:gd name="connsiteX1" fmla="*/ 522224 w 4639056"/>
              <a:gd name="connsiteY1" fmla="*/ 17780 h 3469958"/>
              <a:gd name="connsiteX2" fmla="*/ 1505712 w 4639056"/>
              <a:gd name="connsiteY2" fmla="*/ 0 h 3469958"/>
              <a:gd name="connsiteX3" fmla="*/ 1559052 w 4639056"/>
              <a:gd name="connsiteY3" fmla="*/ 137160 h 3469958"/>
              <a:gd name="connsiteX4" fmla="*/ 1581912 w 4639056"/>
              <a:gd name="connsiteY4" fmla="*/ 25908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22224 w 4639056"/>
              <a:gd name="connsiteY1" fmla="*/ 17780 h 3469958"/>
              <a:gd name="connsiteX2" fmla="*/ 1505712 w 4639056"/>
              <a:gd name="connsiteY2" fmla="*/ 0 h 3469958"/>
              <a:gd name="connsiteX3" fmla="*/ 1559052 w 4639056"/>
              <a:gd name="connsiteY3" fmla="*/ 137160 h 3469958"/>
              <a:gd name="connsiteX4" fmla="*/ 1581912 w 4639056"/>
              <a:gd name="connsiteY4" fmla="*/ 25908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22224 w 4639056"/>
              <a:gd name="connsiteY1" fmla="*/ 17780 h 3469958"/>
              <a:gd name="connsiteX2" fmla="*/ 1505712 w 4639056"/>
              <a:gd name="connsiteY2" fmla="*/ 0 h 3469958"/>
              <a:gd name="connsiteX3" fmla="*/ 1559052 w 4639056"/>
              <a:gd name="connsiteY3" fmla="*/ 137160 h 3469958"/>
              <a:gd name="connsiteX4" fmla="*/ 1581912 w 4639056"/>
              <a:gd name="connsiteY4" fmla="*/ 25908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22224 w 4639056"/>
              <a:gd name="connsiteY1" fmla="*/ 17780 h 3469958"/>
              <a:gd name="connsiteX2" fmla="*/ 982472 w 4639056"/>
              <a:gd name="connsiteY2" fmla="*/ 5080 h 3469958"/>
              <a:gd name="connsiteX3" fmla="*/ 1559052 w 4639056"/>
              <a:gd name="connsiteY3" fmla="*/ 137160 h 3469958"/>
              <a:gd name="connsiteX4" fmla="*/ 1581912 w 4639056"/>
              <a:gd name="connsiteY4" fmla="*/ 25908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22224 w 4639056"/>
              <a:gd name="connsiteY1" fmla="*/ 17780 h 3469958"/>
              <a:gd name="connsiteX2" fmla="*/ 982472 w 4639056"/>
              <a:gd name="connsiteY2" fmla="*/ 5080 h 3469958"/>
              <a:gd name="connsiteX3" fmla="*/ 1081532 w 4639056"/>
              <a:gd name="connsiteY3" fmla="*/ 81280 h 3469958"/>
              <a:gd name="connsiteX4" fmla="*/ 1581912 w 4639056"/>
              <a:gd name="connsiteY4" fmla="*/ 25908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22224 w 4639056"/>
              <a:gd name="connsiteY1" fmla="*/ 17780 h 3469958"/>
              <a:gd name="connsiteX2" fmla="*/ 982472 w 4639056"/>
              <a:gd name="connsiteY2" fmla="*/ 5080 h 3469958"/>
              <a:gd name="connsiteX3" fmla="*/ 1081532 w 4639056"/>
              <a:gd name="connsiteY3" fmla="*/ 81280 h 3469958"/>
              <a:gd name="connsiteX4" fmla="*/ 1581912 w 4639056"/>
              <a:gd name="connsiteY4" fmla="*/ 25908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22224 w 4639056"/>
              <a:gd name="connsiteY1" fmla="*/ 17780 h 3469958"/>
              <a:gd name="connsiteX2" fmla="*/ 982472 w 4639056"/>
              <a:gd name="connsiteY2" fmla="*/ 5080 h 3469958"/>
              <a:gd name="connsiteX3" fmla="*/ 1081532 w 4639056"/>
              <a:gd name="connsiteY3" fmla="*/ 81280 h 3469958"/>
              <a:gd name="connsiteX4" fmla="*/ 1581912 w 4639056"/>
              <a:gd name="connsiteY4" fmla="*/ 25908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22224 w 4639056"/>
              <a:gd name="connsiteY1" fmla="*/ 17780 h 3469958"/>
              <a:gd name="connsiteX2" fmla="*/ 982472 w 4639056"/>
              <a:gd name="connsiteY2" fmla="*/ 5080 h 3469958"/>
              <a:gd name="connsiteX3" fmla="*/ 1081532 w 4639056"/>
              <a:gd name="connsiteY3" fmla="*/ 81280 h 3469958"/>
              <a:gd name="connsiteX4" fmla="*/ 1581912 w 4639056"/>
              <a:gd name="connsiteY4" fmla="*/ 25908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31749 w 4639056"/>
              <a:gd name="connsiteY1" fmla="*/ 8255 h 3469958"/>
              <a:gd name="connsiteX2" fmla="*/ 982472 w 4639056"/>
              <a:gd name="connsiteY2" fmla="*/ 5080 h 3469958"/>
              <a:gd name="connsiteX3" fmla="*/ 1081532 w 4639056"/>
              <a:gd name="connsiteY3" fmla="*/ 81280 h 3469958"/>
              <a:gd name="connsiteX4" fmla="*/ 1581912 w 4639056"/>
              <a:gd name="connsiteY4" fmla="*/ 25908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31749 w 4639056"/>
              <a:gd name="connsiteY1" fmla="*/ 8255 h 3469958"/>
              <a:gd name="connsiteX2" fmla="*/ 982472 w 4639056"/>
              <a:gd name="connsiteY2" fmla="*/ 5080 h 3469958"/>
              <a:gd name="connsiteX3" fmla="*/ 1081532 w 4639056"/>
              <a:gd name="connsiteY3" fmla="*/ 81280 h 3469958"/>
              <a:gd name="connsiteX4" fmla="*/ 1082802 w 4639056"/>
              <a:gd name="connsiteY4" fmla="*/ 190500 h 3469958"/>
              <a:gd name="connsiteX5" fmla="*/ 1688592 w 4639056"/>
              <a:gd name="connsiteY5" fmla="*/ 358140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31749 w 4639056"/>
              <a:gd name="connsiteY1" fmla="*/ 8255 h 3469958"/>
              <a:gd name="connsiteX2" fmla="*/ 982472 w 4639056"/>
              <a:gd name="connsiteY2" fmla="*/ 5080 h 3469958"/>
              <a:gd name="connsiteX3" fmla="*/ 1081532 w 4639056"/>
              <a:gd name="connsiteY3" fmla="*/ 81280 h 3469958"/>
              <a:gd name="connsiteX4" fmla="*/ 1082802 w 4639056"/>
              <a:gd name="connsiteY4" fmla="*/ 190500 h 3469958"/>
              <a:gd name="connsiteX5" fmla="*/ 1309497 w 4639056"/>
              <a:gd name="connsiteY5" fmla="*/ 394335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31749 w 4639056"/>
              <a:gd name="connsiteY1" fmla="*/ 8255 h 3469958"/>
              <a:gd name="connsiteX2" fmla="*/ 982472 w 4639056"/>
              <a:gd name="connsiteY2" fmla="*/ 5080 h 3469958"/>
              <a:gd name="connsiteX3" fmla="*/ 1081532 w 4639056"/>
              <a:gd name="connsiteY3" fmla="*/ 81280 h 3469958"/>
              <a:gd name="connsiteX4" fmla="*/ 1082802 w 4639056"/>
              <a:gd name="connsiteY4" fmla="*/ 190500 h 3469958"/>
              <a:gd name="connsiteX5" fmla="*/ 1309497 w 4639056"/>
              <a:gd name="connsiteY5" fmla="*/ 394335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5884 h 3469958"/>
              <a:gd name="connsiteX1" fmla="*/ 531749 w 4639056"/>
              <a:gd name="connsiteY1" fmla="*/ 8255 h 3469958"/>
              <a:gd name="connsiteX2" fmla="*/ 982472 w 4639056"/>
              <a:gd name="connsiteY2" fmla="*/ 5080 h 3469958"/>
              <a:gd name="connsiteX3" fmla="*/ 1081532 w 4639056"/>
              <a:gd name="connsiteY3" fmla="*/ 81280 h 3469958"/>
              <a:gd name="connsiteX4" fmla="*/ 1082802 w 4639056"/>
              <a:gd name="connsiteY4" fmla="*/ 190500 h 3469958"/>
              <a:gd name="connsiteX5" fmla="*/ 1309497 w 4639056"/>
              <a:gd name="connsiteY5" fmla="*/ 394335 h 3469958"/>
              <a:gd name="connsiteX6" fmla="*/ 2991612 w 4639056"/>
              <a:gd name="connsiteY6" fmla="*/ 342900 h 3469958"/>
              <a:gd name="connsiteX7" fmla="*/ 3086862 w 4639056"/>
              <a:gd name="connsiteY7" fmla="*/ 278130 h 3469958"/>
              <a:gd name="connsiteX8" fmla="*/ 3094482 w 4639056"/>
              <a:gd name="connsiteY8" fmla="*/ 91440 h 3469958"/>
              <a:gd name="connsiteX9" fmla="*/ 3212592 w 4639056"/>
              <a:gd name="connsiteY9" fmla="*/ 0 h 3469958"/>
              <a:gd name="connsiteX10" fmla="*/ 4407408 w 4639056"/>
              <a:gd name="connsiteY10" fmla="*/ 4572 h 3469958"/>
              <a:gd name="connsiteX11" fmla="*/ 4639056 w 4639056"/>
              <a:gd name="connsiteY11" fmla="*/ 236220 h 3469958"/>
              <a:gd name="connsiteX12" fmla="*/ 4633405 w 4639056"/>
              <a:gd name="connsiteY12" fmla="*/ 3469958 h 3469958"/>
              <a:gd name="connsiteX13" fmla="*/ 0 w 4639056"/>
              <a:gd name="connsiteY13" fmla="*/ 3469958 h 3469958"/>
              <a:gd name="connsiteX14" fmla="*/ 5080 w 4639056"/>
              <a:gd name="connsiteY14" fmla="*/ 595884 h 3469958"/>
              <a:gd name="connsiteX0" fmla="*/ 5080 w 4639056"/>
              <a:gd name="connsiteY0" fmla="*/ 591312 h 3465386"/>
              <a:gd name="connsiteX1" fmla="*/ 531749 w 4639056"/>
              <a:gd name="connsiteY1" fmla="*/ 3683 h 3465386"/>
              <a:gd name="connsiteX2" fmla="*/ 982472 w 4639056"/>
              <a:gd name="connsiteY2" fmla="*/ 508 h 3465386"/>
              <a:gd name="connsiteX3" fmla="*/ 1081532 w 4639056"/>
              <a:gd name="connsiteY3" fmla="*/ 76708 h 3465386"/>
              <a:gd name="connsiteX4" fmla="*/ 1082802 w 4639056"/>
              <a:gd name="connsiteY4" fmla="*/ 185928 h 3465386"/>
              <a:gd name="connsiteX5" fmla="*/ 1309497 w 4639056"/>
              <a:gd name="connsiteY5" fmla="*/ 389763 h 3465386"/>
              <a:gd name="connsiteX6" fmla="*/ 2991612 w 4639056"/>
              <a:gd name="connsiteY6" fmla="*/ 338328 h 3465386"/>
              <a:gd name="connsiteX7" fmla="*/ 3086862 w 4639056"/>
              <a:gd name="connsiteY7" fmla="*/ 273558 h 3465386"/>
              <a:gd name="connsiteX8" fmla="*/ 3094482 w 4639056"/>
              <a:gd name="connsiteY8" fmla="*/ 86868 h 3465386"/>
              <a:gd name="connsiteX9" fmla="*/ 3633597 w 4639056"/>
              <a:gd name="connsiteY9" fmla="*/ 4953 h 3465386"/>
              <a:gd name="connsiteX10" fmla="*/ 4407408 w 4639056"/>
              <a:gd name="connsiteY10" fmla="*/ 0 h 3465386"/>
              <a:gd name="connsiteX11" fmla="*/ 4639056 w 4639056"/>
              <a:gd name="connsiteY11" fmla="*/ 231648 h 3465386"/>
              <a:gd name="connsiteX12" fmla="*/ 4633405 w 4639056"/>
              <a:gd name="connsiteY12" fmla="*/ 3465386 h 3465386"/>
              <a:gd name="connsiteX13" fmla="*/ 0 w 4639056"/>
              <a:gd name="connsiteY13" fmla="*/ 3465386 h 3465386"/>
              <a:gd name="connsiteX14" fmla="*/ 5080 w 4639056"/>
              <a:gd name="connsiteY14" fmla="*/ 591312 h 3465386"/>
              <a:gd name="connsiteX0" fmla="*/ 5080 w 4639056"/>
              <a:gd name="connsiteY0" fmla="*/ 591312 h 3465386"/>
              <a:gd name="connsiteX1" fmla="*/ 531749 w 4639056"/>
              <a:gd name="connsiteY1" fmla="*/ 3683 h 3465386"/>
              <a:gd name="connsiteX2" fmla="*/ 982472 w 4639056"/>
              <a:gd name="connsiteY2" fmla="*/ 508 h 3465386"/>
              <a:gd name="connsiteX3" fmla="*/ 1081532 w 4639056"/>
              <a:gd name="connsiteY3" fmla="*/ 76708 h 3465386"/>
              <a:gd name="connsiteX4" fmla="*/ 1082802 w 4639056"/>
              <a:gd name="connsiteY4" fmla="*/ 185928 h 3465386"/>
              <a:gd name="connsiteX5" fmla="*/ 1309497 w 4639056"/>
              <a:gd name="connsiteY5" fmla="*/ 389763 h 3465386"/>
              <a:gd name="connsiteX6" fmla="*/ 2991612 w 4639056"/>
              <a:gd name="connsiteY6" fmla="*/ 338328 h 3465386"/>
              <a:gd name="connsiteX7" fmla="*/ 3086862 w 4639056"/>
              <a:gd name="connsiteY7" fmla="*/ 273558 h 3465386"/>
              <a:gd name="connsiteX8" fmla="*/ 3549777 w 4639056"/>
              <a:gd name="connsiteY8" fmla="*/ 69723 h 3465386"/>
              <a:gd name="connsiteX9" fmla="*/ 3633597 w 4639056"/>
              <a:gd name="connsiteY9" fmla="*/ 4953 h 3465386"/>
              <a:gd name="connsiteX10" fmla="*/ 4407408 w 4639056"/>
              <a:gd name="connsiteY10" fmla="*/ 0 h 3465386"/>
              <a:gd name="connsiteX11" fmla="*/ 4639056 w 4639056"/>
              <a:gd name="connsiteY11" fmla="*/ 231648 h 3465386"/>
              <a:gd name="connsiteX12" fmla="*/ 4633405 w 4639056"/>
              <a:gd name="connsiteY12" fmla="*/ 3465386 h 3465386"/>
              <a:gd name="connsiteX13" fmla="*/ 0 w 4639056"/>
              <a:gd name="connsiteY13" fmla="*/ 3465386 h 3465386"/>
              <a:gd name="connsiteX14" fmla="*/ 5080 w 4639056"/>
              <a:gd name="connsiteY14" fmla="*/ 591312 h 3465386"/>
              <a:gd name="connsiteX0" fmla="*/ 5080 w 4639056"/>
              <a:gd name="connsiteY0" fmla="*/ 591312 h 3465386"/>
              <a:gd name="connsiteX1" fmla="*/ 531749 w 4639056"/>
              <a:gd name="connsiteY1" fmla="*/ 3683 h 3465386"/>
              <a:gd name="connsiteX2" fmla="*/ 982472 w 4639056"/>
              <a:gd name="connsiteY2" fmla="*/ 508 h 3465386"/>
              <a:gd name="connsiteX3" fmla="*/ 1081532 w 4639056"/>
              <a:gd name="connsiteY3" fmla="*/ 76708 h 3465386"/>
              <a:gd name="connsiteX4" fmla="*/ 1082802 w 4639056"/>
              <a:gd name="connsiteY4" fmla="*/ 185928 h 3465386"/>
              <a:gd name="connsiteX5" fmla="*/ 1309497 w 4639056"/>
              <a:gd name="connsiteY5" fmla="*/ 389763 h 3465386"/>
              <a:gd name="connsiteX6" fmla="*/ 2991612 w 4639056"/>
              <a:gd name="connsiteY6" fmla="*/ 338328 h 3465386"/>
              <a:gd name="connsiteX7" fmla="*/ 3545967 w 4639056"/>
              <a:gd name="connsiteY7" fmla="*/ 170688 h 3465386"/>
              <a:gd name="connsiteX8" fmla="*/ 3549777 w 4639056"/>
              <a:gd name="connsiteY8" fmla="*/ 69723 h 3465386"/>
              <a:gd name="connsiteX9" fmla="*/ 3633597 w 4639056"/>
              <a:gd name="connsiteY9" fmla="*/ 4953 h 3465386"/>
              <a:gd name="connsiteX10" fmla="*/ 4407408 w 4639056"/>
              <a:gd name="connsiteY10" fmla="*/ 0 h 3465386"/>
              <a:gd name="connsiteX11" fmla="*/ 4639056 w 4639056"/>
              <a:gd name="connsiteY11" fmla="*/ 231648 h 3465386"/>
              <a:gd name="connsiteX12" fmla="*/ 4633405 w 4639056"/>
              <a:gd name="connsiteY12" fmla="*/ 3465386 h 3465386"/>
              <a:gd name="connsiteX13" fmla="*/ 0 w 4639056"/>
              <a:gd name="connsiteY13" fmla="*/ 3465386 h 3465386"/>
              <a:gd name="connsiteX14" fmla="*/ 5080 w 4639056"/>
              <a:gd name="connsiteY14" fmla="*/ 591312 h 3465386"/>
              <a:gd name="connsiteX0" fmla="*/ 5080 w 4639056"/>
              <a:gd name="connsiteY0" fmla="*/ 591312 h 3465386"/>
              <a:gd name="connsiteX1" fmla="*/ 531749 w 4639056"/>
              <a:gd name="connsiteY1" fmla="*/ 3683 h 3465386"/>
              <a:gd name="connsiteX2" fmla="*/ 982472 w 4639056"/>
              <a:gd name="connsiteY2" fmla="*/ 508 h 3465386"/>
              <a:gd name="connsiteX3" fmla="*/ 1081532 w 4639056"/>
              <a:gd name="connsiteY3" fmla="*/ 76708 h 3465386"/>
              <a:gd name="connsiteX4" fmla="*/ 1082802 w 4639056"/>
              <a:gd name="connsiteY4" fmla="*/ 185928 h 3465386"/>
              <a:gd name="connsiteX5" fmla="*/ 1309497 w 4639056"/>
              <a:gd name="connsiteY5" fmla="*/ 389763 h 3465386"/>
              <a:gd name="connsiteX6" fmla="*/ 3307842 w 4639056"/>
              <a:gd name="connsiteY6" fmla="*/ 385953 h 3465386"/>
              <a:gd name="connsiteX7" fmla="*/ 3545967 w 4639056"/>
              <a:gd name="connsiteY7" fmla="*/ 170688 h 3465386"/>
              <a:gd name="connsiteX8" fmla="*/ 3549777 w 4639056"/>
              <a:gd name="connsiteY8" fmla="*/ 69723 h 3465386"/>
              <a:gd name="connsiteX9" fmla="*/ 3633597 w 4639056"/>
              <a:gd name="connsiteY9" fmla="*/ 4953 h 3465386"/>
              <a:gd name="connsiteX10" fmla="*/ 4407408 w 4639056"/>
              <a:gd name="connsiteY10" fmla="*/ 0 h 3465386"/>
              <a:gd name="connsiteX11" fmla="*/ 4639056 w 4639056"/>
              <a:gd name="connsiteY11" fmla="*/ 231648 h 3465386"/>
              <a:gd name="connsiteX12" fmla="*/ 4633405 w 4639056"/>
              <a:gd name="connsiteY12" fmla="*/ 3465386 h 3465386"/>
              <a:gd name="connsiteX13" fmla="*/ 0 w 4639056"/>
              <a:gd name="connsiteY13" fmla="*/ 3465386 h 3465386"/>
              <a:gd name="connsiteX14" fmla="*/ 5080 w 4639056"/>
              <a:gd name="connsiteY14" fmla="*/ 591312 h 3465386"/>
              <a:gd name="connsiteX0" fmla="*/ 5080 w 4639056"/>
              <a:gd name="connsiteY0" fmla="*/ 591312 h 3465386"/>
              <a:gd name="connsiteX1" fmla="*/ 531749 w 4639056"/>
              <a:gd name="connsiteY1" fmla="*/ 3683 h 3465386"/>
              <a:gd name="connsiteX2" fmla="*/ 982472 w 4639056"/>
              <a:gd name="connsiteY2" fmla="*/ 508 h 3465386"/>
              <a:gd name="connsiteX3" fmla="*/ 1081532 w 4639056"/>
              <a:gd name="connsiteY3" fmla="*/ 76708 h 3465386"/>
              <a:gd name="connsiteX4" fmla="*/ 1082802 w 4639056"/>
              <a:gd name="connsiteY4" fmla="*/ 185928 h 3465386"/>
              <a:gd name="connsiteX5" fmla="*/ 1309497 w 4639056"/>
              <a:gd name="connsiteY5" fmla="*/ 389763 h 3465386"/>
              <a:gd name="connsiteX6" fmla="*/ 3307842 w 4639056"/>
              <a:gd name="connsiteY6" fmla="*/ 385953 h 3465386"/>
              <a:gd name="connsiteX7" fmla="*/ 3545967 w 4639056"/>
              <a:gd name="connsiteY7" fmla="*/ 170688 h 3465386"/>
              <a:gd name="connsiteX8" fmla="*/ 3549777 w 4639056"/>
              <a:gd name="connsiteY8" fmla="*/ 69723 h 3465386"/>
              <a:gd name="connsiteX9" fmla="*/ 3633597 w 4639056"/>
              <a:gd name="connsiteY9" fmla="*/ 4953 h 3465386"/>
              <a:gd name="connsiteX10" fmla="*/ 4407408 w 4639056"/>
              <a:gd name="connsiteY10" fmla="*/ 0 h 3465386"/>
              <a:gd name="connsiteX11" fmla="*/ 4639056 w 4639056"/>
              <a:gd name="connsiteY11" fmla="*/ 231648 h 3465386"/>
              <a:gd name="connsiteX12" fmla="*/ 4633405 w 4639056"/>
              <a:gd name="connsiteY12" fmla="*/ 3465386 h 3465386"/>
              <a:gd name="connsiteX13" fmla="*/ 0 w 4639056"/>
              <a:gd name="connsiteY13" fmla="*/ 3465386 h 3465386"/>
              <a:gd name="connsiteX14" fmla="*/ 5080 w 4639056"/>
              <a:gd name="connsiteY14" fmla="*/ 591312 h 3465386"/>
              <a:gd name="connsiteX0" fmla="*/ 5080 w 4639056"/>
              <a:gd name="connsiteY0" fmla="*/ 591312 h 3465386"/>
              <a:gd name="connsiteX1" fmla="*/ 531749 w 4639056"/>
              <a:gd name="connsiteY1" fmla="*/ 3683 h 3465386"/>
              <a:gd name="connsiteX2" fmla="*/ 982472 w 4639056"/>
              <a:gd name="connsiteY2" fmla="*/ 508 h 3465386"/>
              <a:gd name="connsiteX3" fmla="*/ 1081532 w 4639056"/>
              <a:gd name="connsiteY3" fmla="*/ 76708 h 3465386"/>
              <a:gd name="connsiteX4" fmla="*/ 1082802 w 4639056"/>
              <a:gd name="connsiteY4" fmla="*/ 185928 h 3465386"/>
              <a:gd name="connsiteX5" fmla="*/ 1309497 w 4639056"/>
              <a:gd name="connsiteY5" fmla="*/ 389763 h 3465386"/>
              <a:gd name="connsiteX6" fmla="*/ 3307842 w 4639056"/>
              <a:gd name="connsiteY6" fmla="*/ 385953 h 3465386"/>
              <a:gd name="connsiteX7" fmla="*/ 3545967 w 4639056"/>
              <a:gd name="connsiteY7" fmla="*/ 170688 h 3465386"/>
              <a:gd name="connsiteX8" fmla="*/ 3549777 w 4639056"/>
              <a:gd name="connsiteY8" fmla="*/ 69723 h 3465386"/>
              <a:gd name="connsiteX9" fmla="*/ 3633597 w 4639056"/>
              <a:gd name="connsiteY9" fmla="*/ 4953 h 3465386"/>
              <a:gd name="connsiteX10" fmla="*/ 4407408 w 4639056"/>
              <a:gd name="connsiteY10" fmla="*/ 0 h 3465386"/>
              <a:gd name="connsiteX11" fmla="*/ 4639056 w 4639056"/>
              <a:gd name="connsiteY11" fmla="*/ 231648 h 3465386"/>
              <a:gd name="connsiteX12" fmla="*/ 4633405 w 4639056"/>
              <a:gd name="connsiteY12" fmla="*/ 3465386 h 3465386"/>
              <a:gd name="connsiteX13" fmla="*/ 0 w 4639056"/>
              <a:gd name="connsiteY13" fmla="*/ 3465386 h 3465386"/>
              <a:gd name="connsiteX14" fmla="*/ 5080 w 4639056"/>
              <a:gd name="connsiteY14" fmla="*/ 591312 h 3465386"/>
              <a:gd name="connsiteX0" fmla="*/ 5080 w 4639056"/>
              <a:gd name="connsiteY0" fmla="*/ 591312 h 3465386"/>
              <a:gd name="connsiteX1" fmla="*/ 531749 w 4639056"/>
              <a:gd name="connsiteY1" fmla="*/ 3683 h 3465386"/>
              <a:gd name="connsiteX2" fmla="*/ 982472 w 4639056"/>
              <a:gd name="connsiteY2" fmla="*/ 508 h 3465386"/>
              <a:gd name="connsiteX3" fmla="*/ 1081532 w 4639056"/>
              <a:gd name="connsiteY3" fmla="*/ 76708 h 3465386"/>
              <a:gd name="connsiteX4" fmla="*/ 1082802 w 4639056"/>
              <a:gd name="connsiteY4" fmla="*/ 185928 h 3465386"/>
              <a:gd name="connsiteX5" fmla="*/ 1309497 w 4639056"/>
              <a:gd name="connsiteY5" fmla="*/ 389763 h 3465386"/>
              <a:gd name="connsiteX6" fmla="*/ 3307842 w 4639056"/>
              <a:gd name="connsiteY6" fmla="*/ 385953 h 3465386"/>
              <a:gd name="connsiteX7" fmla="*/ 3545967 w 4639056"/>
              <a:gd name="connsiteY7" fmla="*/ 170688 h 3465386"/>
              <a:gd name="connsiteX8" fmla="*/ 3549777 w 4639056"/>
              <a:gd name="connsiteY8" fmla="*/ 69723 h 3465386"/>
              <a:gd name="connsiteX9" fmla="*/ 3633597 w 4639056"/>
              <a:gd name="connsiteY9" fmla="*/ 4953 h 3465386"/>
              <a:gd name="connsiteX10" fmla="*/ 4407408 w 4639056"/>
              <a:gd name="connsiteY10" fmla="*/ 0 h 3465386"/>
              <a:gd name="connsiteX11" fmla="*/ 4639056 w 4639056"/>
              <a:gd name="connsiteY11" fmla="*/ 231648 h 3465386"/>
              <a:gd name="connsiteX12" fmla="*/ 4633405 w 4639056"/>
              <a:gd name="connsiteY12" fmla="*/ 3465386 h 3465386"/>
              <a:gd name="connsiteX13" fmla="*/ 0 w 4639056"/>
              <a:gd name="connsiteY13" fmla="*/ 3465386 h 3465386"/>
              <a:gd name="connsiteX14" fmla="*/ 5080 w 4639056"/>
              <a:gd name="connsiteY14" fmla="*/ 591312 h 3465386"/>
              <a:gd name="connsiteX0" fmla="*/ 5080 w 4639056"/>
              <a:gd name="connsiteY0" fmla="*/ 591312 h 3465386"/>
              <a:gd name="connsiteX1" fmla="*/ 531749 w 4639056"/>
              <a:gd name="connsiteY1" fmla="*/ 3683 h 3465386"/>
              <a:gd name="connsiteX2" fmla="*/ 982472 w 4639056"/>
              <a:gd name="connsiteY2" fmla="*/ 508 h 3465386"/>
              <a:gd name="connsiteX3" fmla="*/ 1081532 w 4639056"/>
              <a:gd name="connsiteY3" fmla="*/ 76708 h 3465386"/>
              <a:gd name="connsiteX4" fmla="*/ 1082802 w 4639056"/>
              <a:gd name="connsiteY4" fmla="*/ 185928 h 3465386"/>
              <a:gd name="connsiteX5" fmla="*/ 1309497 w 4639056"/>
              <a:gd name="connsiteY5" fmla="*/ 389763 h 3465386"/>
              <a:gd name="connsiteX6" fmla="*/ 3307842 w 4639056"/>
              <a:gd name="connsiteY6" fmla="*/ 385953 h 3465386"/>
              <a:gd name="connsiteX7" fmla="*/ 3545967 w 4639056"/>
              <a:gd name="connsiteY7" fmla="*/ 170688 h 3465386"/>
              <a:gd name="connsiteX8" fmla="*/ 3549777 w 4639056"/>
              <a:gd name="connsiteY8" fmla="*/ 69723 h 3465386"/>
              <a:gd name="connsiteX9" fmla="*/ 3633597 w 4639056"/>
              <a:gd name="connsiteY9" fmla="*/ 4953 h 3465386"/>
              <a:gd name="connsiteX10" fmla="*/ 4407408 w 4639056"/>
              <a:gd name="connsiteY10" fmla="*/ 0 h 3465386"/>
              <a:gd name="connsiteX11" fmla="*/ 4639056 w 4639056"/>
              <a:gd name="connsiteY11" fmla="*/ 231648 h 3465386"/>
              <a:gd name="connsiteX12" fmla="*/ 4633405 w 4639056"/>
              <a:gd name="connsiteY12" fmla="*/ 3465386 h 3465386"/>
              <a:gd name="connsiteX13" fmla="*/ 0 w 4639056"/>
              <a:gd name="connsiteY13" fmla="*/ 3465386 h 3465386"/>
              <a:gd name="connsiteX14" fmla="*/ 5080 w 4639056"/>
              <a:gd name="connsiteY14" fmla="*/ 591312 h 3465386"/>
              <a:gd name="connsiteX0" fmla="*/ 5080 w 4639056"/>
              <a:gd name="connsiteY0" fmla="*/ 591312 h 3465386"/>
              <a:gd name="connsiteX1" fmla="*/ 531749 w 4639056"/>
              <a:gd name="connsiteY1" fmla="*/ 3683 h 3465386"/>
              <a:gd name="connsiteX2" fmla="*/ 982472 w 4639056"/>
              <a:gd name="connsiteY2" fmla="*/ 508 h 3465386"/>
              <a:gd name="connsiteX3" fmla="*/ 1081532 w 4639056"/>
              <a:gd name="connsiteY3" fmla="*/ 76708 h 3465386"/>
              <a:gd name="connsiteX4" fmla="*/ 1082802 w 4639056"/>
              <a:gd name="connsiteY4" fmla="*/ 185928 h 3465386"/>
              <a:gd name="connsiteX5" fmla="*/ 1309497 w 4639056"/>
              <a:gd name="connsiteY5" fmla="*/ 389763 h 3465386"/>
              <a:gd name="connsiteX6" fmla="*/ 3307842 w 4639056"/>
              <a:gd name="connsiteY6" fmla="*/ 385953 h 3465386"/>
              <a:gd name="connsiteX7" fmla="*/ 3545967 w 4639056"/>
              <a:gd name="connsiteY7" fmla="*/ 170688 h 3465386"/>
              <a:gd name="connsiteX8" fmla="*/ 3549777 w 4639056"/>
              <a:gd name="connsiteY8" fmla="*/ 69723 h 3465386"/>
              <a:gd name="connsiteX9" fmla="*/ 3633597 w 4639056"/>
              <a:gd name="connsiteY9" fmla="*/ 4953 h 3465386"/>
              <a:gd name="connsiteX10" fmla="*/ 4407408 w 4639056"/>
              <a:gd name="connsiteY10" fmla="*/ 0 h 3465386"/>
              <a:gd name="connsiteX11" fmla="*/ 4639056 w 4639056"/>
              <a:gd name="connsiteY11" fmla="*/ 231648 h 3465386"/>
              <a:gd name="connsiteX12" fmla="*/ 4633405 w 4639056"/>
              <a:gd name="connsiteY12" fmla="*/ 3465386 h 3465386"/>
              <a:gd name="connsiteX13" fmla="*/ 0 w 4639056"/>
              <a:gd name="connsiteY13" fmla="*/ 3465386 h 3465386"/>
              <a:gd name="connsiteX14" fmla="*/ 5080 w 4639056"/>
              <a:gd name="connsiteY14" fmla="*/ 591312 h 3465386"/>
              <a:gd name="connsiteX0" fmla="*/ 5080 w 4639056"/>
              <a:gd name="connsiteY0" fmla="*/ 590804 h 3464878"/>
              <a:gd name="connsiteX1" fmla="*/ 531749 w 4639056"/>
              <a:gd name="connsiteY1" fmla="*/ 3175 h 3464878"/>
              <a:gd name="connsiteX2" fmla="*/ 982472 w 4639056"/>
              <a:gd name="connsiteY2" fmla="*/ 0 h 3464878"/>
              <a:gd name="connsiteX3" fmla="*/ 1081532 w 4639056"/>
              <a:gd name="connsiteY3" fmla="*/ 76200 h 3464878"/>
              <a:gd name="connsiteX4" fmla="*/ 1082802 w 4639056"/>
              <a:gd name="connsiteY4" fmla="*/ 185420 h 3464878"/>
              <a:gd name="connsiteX5" fmla="*/ 1309497 w 4639056"/>
              <a:gd name="connsiteY5" fmla="*/ 389255 h 3464878"/>
              <a:gd name="connsiteX6" fmla="*/ 3307842 w 4639056"/>
              <a:gd name="connsiteY6" fmla="*/ 385445 h 3464878"/>
              <a:gd name="connsiteX7" fmla="*/ 3545967 w 4639056"/>
              <a:gd name="connsiteY7" fmla="*/ 170180 h 3464878"/>
              <a:gd name="connsiteX8" fmla="*/ 3549777 w 4639056"/>
              <a:gd name="connsiteY8" fmla="*/ 69215 h 3464878"/>
              <a:gd name="connsiteX9" fmla="*/ 3633597 w 4639056"/>
              <a:gd name="connsiteY9" fmla="*/ 4445 h 3464878"/>
              <a:gd name="connsiteX10" fmla="*/ 4087368 w 4639056"/>
              <a:gd name="connsiteY10" fmla="*/ 3302 h 3464878"/>
              <a:gd name="connsiteX11" fmla="*/ 4639056 w 4639056"/>
              <a:gd name="connsiteY11" fmla="*/ 231140 h 3464878"/>
              <a:gd name="connsiteX12" fmla="*/ 4633405 w 4639056"/>
              <a:gd name="connsiteY12" fmla="*/ 3464878 h 3464878"/>
              <a:gd name="connsiteX13" fmla="*/ 0 w 4639056"/>
              <a:gd name="connsiteY13" fmla="*/ 3464878 h 3464878"/>
              <a:gd name="connsiteX14" fmla="*/ 5080 w 4639056"/>
              <a:gd name="connsiteY14" fmla="*/ 590804 h 3464878"/>
              <a:gd name="connsiteX0" fmla="*/ 5080 w 4633549"/>
              <a:gd name="connsiteY0" fmla="*/ 590804 h 3464878"/>
              <a:gd name="connsiteX1" fmla="*/ 531749 w 4633549"/>
              <a:gd name="connsiteY1" fmla="*/ 3175 h 3464878"/>
              <a:gd name="connsiteX2" fmla="*/ 982472 w 4633549"/>
              <a:gd name="connsiteY2" fmla="*/ 0 h 3464878"/>
              <a:gd name="connsiteX3" fmla="*/ 1081532 w 4633549"/>
              <a:gd name="connsiteY3" fmla="*/ 76200 h 3464878"/>
              <a:gd name="connsiteX4" fmla="*/ 1082802 w 4633549"/>
              <a:gd name="connsiteY4" fmla="*/ 185420 h 3464878"/>
              <a:gd name="connsiteX5" fmla="*/ 1309497 w 4633549"/>
              <a:gd name="connsiteY5" fmla="*/ 389255 h 3464878"/>
              <a:gd name="connsiteX6" fmla="*/ 3307842 w 4633549"/>
              <a:gd name="connsiteY6" fmla="*/ 385445 h 3464878"/>
              <a:gd name="connsiteX7" fmla="*/ 3545967 w 4633549"/>
              <a:gd name="connsiteY7" fmla="*/ 170180 h 3464878"/>
              <a:gd name="connsiteX8" fmla="*/ 3549777 w 4633549"/>
              <a:gd name="connsiteY8" fmla="*/ 69215 h 3464878"/>
              <a:gd name="connsiteX9" fmla="*/ 3633597 w 4633549"/>
              <a:gd name="connsiteY9" fmla="*/ 4445 h 3464878"/>
              <a:gd name="connsiteX10" fmla="*/ 4087368 w 4633549"/>
              <a:gd name="connsiteY10" fmla="*/ 3302 h 3464878"/>
              <a:gd name="connsiteX11" fmla="*/ 4620006 w 4633549"/>
              <a:gd name="connsiteY11" fmla="*/ 528320 h 3464878"/>
              <a:gd name="connsiteX12" fmla="*/ 4633405 w 4633549"/>
              <a:gd name="connsiteY12" fmla="*/ 3464878 h 3464878"/>
              <a:gd name="connsiteX13" fmla="*/ 0 w 4633549"/>
              <a:gd name="connsiteY13" fmla="*/ 3464878 h 3464878"/>
              <a:gd name="connsiteX14" fmla="*/ 5080 w 4633549"/>
              <a:gd name="connsiteY14" fmla="*/ 590804 h 3464878"/>
              <a:gd name="connsiteX0" fmla="*/ 5080 w 4633549"/>
              <a:gd name="connsiteY0" fmla="*/ 590804 h 3464878"/>
              <a:gd name="connsiteX1" fmla="*/ 531749 w 4633549"/>
              <a:gd name="connsiteY1" fmla="*/ 3175 h 3464878"/>
              <a:gd name="connsiteX2" fmla="*/ 982472 w 4633549"/>
              <a:gd name="connsiteY2" fmla="*/ 0 h 3464878"/>
              <a:gd name="connsiteX3" fmla="*/ 1081532 w 4633549"/>
              <a:gd name="connsiteY3" fmla="*/ 76200 h 3464878"/>
              <a:gd name="connsiteX4" fmla="*/ 1082802 w 4633549"/>
              <a:gd name="connsiteY4" fmla="*/ 185420 h 3464878"/>
              <a:gd name="connsiteX5" fmla="*/ 1309497 w 4633549"/>
              <a:gd name="connsiteY5" fmla="*/ 389255 h 3464878"/>
              <a:gd name="connsiteX6" fmla="*/ 3307842 w 4633549"/>
              <a:gd name="connsiteY6" fmla="*/ 385445 h 3464878"/>
              <a:gd name="connsiteX7" fmla="*/ 3545967 w 4633549"/>
              <a:gd name="connsiteY7" fmla="*/ 170180 h 3464878"/>
              <a:gd name="connsiteX8" fmla="*/ 3549777 w 4633549"/>
              <a:gd name="connsiteY8" fmla="*/ 69215 h 3464878"/>
              <a:gd name="connsiteX9" fmla="*/ 3633597 w 4633549"/>
              <a:gd name="connsiteY9" fmla="*/ 4445 h 3464878"/>
              <a:gd name="connsiteX10" fmla="*/ 4087368 w 4633549"/>
              <a:gd name="connsiteY10" fmla="*/ 3302 h 3464878"/>
              <a:gd name="connsiteX11" fmla="*/ 4620006 w 4633549"/>
              <a:gd name="connsiteY11" fmla="*/ 528320 h 3464878"/>
              <a:gd name="connsiteX12" fmla="*/ 4633405 w 4633549"/>
              <a:gd name="connsiteY12" fmla="*/ 3464878 h 3464878"/>
              <a:gd name="connsiteX13" fmla="*/ 0 w 4633549"/>
              <a:gd name="connsiteY13" fmla="*/ 3464878 h 3464878"/>
              <a:gd name="connsiteX14" fmla="*/ 5080 w 4633549"/>
              <a:gd name="connsiteY14" fmla="*/ 590804 h 3464878"/>
              <a:gd name="connsiteX0" fmla="*/ 5080 w 4633549"/>
              <a:gd name="connsiteY0" fmla="*/ 590804 h 3464878"/>
              <a:gd name="connsiteX1" fmla="*/ 531749 w 4633549"/>
              <a:gd name="connsiteY1" fmla="*/ 3175 h 3464878"/>
              <a:gd name="connsiteX2" fmla="*/ 982472 w 4633549"/>
              <a:gd name="connsiteY2" fmla="*/ 0 h 3464878"/>
              <a:gd name="connsiteX3" fmla="*/ 1081532 w 4633549"/>
              <a:gd name="connsiteY3" fmla="*/ 76200 h 3464878"/>
              <a:gd name="connsiteX4" fmla="*/ 1082802 w 4633549"/>
              <a:gd name="connsiteY4" fmla="*/ 185420 h 3464878"/>
              <a:gd name="connsiteX5" fmla="*/ 1309497 w 4633549"/>
              <a:gd name="connsiteY5" fmla="*/ 389255 h 3464878"/>
              <a:gd name="connsiteX6" fmla="*/ 3307842 w 4633549"/>
              <a:gd name="connsiteY6" fmla="*/ 385445 h 3464878"/>
              <a:gd name="connsiteX7" fmla="*/ 3545967 w 4633549"/>
              <a:gd name="connsiteY7" fmla="*/ 170180 h 3464878"/>
              <a:gd name="connsiteX8" fmla="*/ 3549777 w 4633549"/>
              <a:gd name="connsiteY8" fmla="*/ 69215 h 3464878"/>
              <a:gd name="connsiteX9" fmla="*/ 3633597 w 4633549"/>
              <a:gd name="connsiteY9" fmla="*/ 4445 h 3464878"/>
              <a:gd name="connsiteX10" fmla="*/ 4087368 w 4633549"/>
              <a:gd name="connsiteY10" fmla="*/ 3302 h 3464878"/>
              <a:gd name="connsiteX11" fmla="*/ 4620006 w 4633549"/>
              <a:gd name="connsiteY11" fmla="*/ 528320 h 3464878"/>
              <a:gd name="connsiteX12" fmla="*/ 4633405 w 4633549"/>
              <a:gd name="connsiteY12" fmla="*/ 3464878 h 3464878"/>
              <a:gd name="connsiteX13" fmla="*/ 0 w 4633549"/>
              <a:gd name="connsiteY13" fmla="*/ 3464878 h 3464878"/>
              <a:gd name="connsiteX14" fmla="*/ 5080 w 4633549"/>
              <a:gd name="connsiteY14" fmla="*/ 590804 h 3464878"/>
              <a:gd name="connsiteX0" fmla="*/ 5080 w 4633549"/>
              <a:gd name="connsiteY0" fmla="*/ 590804 h 3464878"/>
              <a:gd name="connsiteX1" fmla="*/ 531749 w 4633549"/>
              <a:gd name="connsiteY1" fmla="*/ 3175 h 3464878"/>
              <a:gd name="connsiteX2" fmla="*/ 982472 w 4633549"/>
              <a:gd name="connsiteY2" fmla="*/ 0 h 3464878"/>
              <a:gd name="connsiteX3" fmla="*/ 1081532 w 4633549"/>
              <a:gd name="connsiteY3" fmla="*/ 76200 h 3464878"/>
              <a:gd name="connsiteX4" fmla="*/ 1082802 w 4633549"/>
              <a:gd name="connsiteY4" fmla="*/ 185420 h 3464878"/>
              <a:gd name="connsiteX5" fmla="*/ 1309497 w 4633549"/>
              <a:gd name="connsiteY5" fmla="*/ 389255 h 3464878"/>
              <a:gd name="connsiteX6" fmla="*/ 3307842 w 4633549"/>
              <a:gd name="connsiteY6" fmla="*/ 385445 h 3464878"/>
              <a:gd name="connsiteX7" fmla="*/ 3545967 w 4633549"/>
              <a:gd name="connsiteY7" fmla="*/ 170180 h 3464878"/>
              <a:gd name="connsiteX8" fmla="*/ 3549777 w 4633549"/>
              <a:gd name="connsiteY8" fmla="*/ 69215 h 3464878"/>
              <a:gd name="connsiteX9" fmla="*/ 3633597 w 4633549"/>
              <a:gd name="connsiteY9" fmla="*/ 4445 h 3464878"/>
              <a:gd name="connsiteX10" fmla="*/ 4087368 w 4633549"/>
              <a:gd name="connsiteY10" fmla="*/ 3302 h 3464878"/>
              <a:gd name="connsiteX11" fmla="*/ 4620006 w 4633549"/>
              <a:gd name="connsiteY11" fmla="*/ 528320 h 3464878"/>
              <a:gd name="connsiteX12" fmla="*/ 4633405 w 4633549"/>
              <a:gd name="connsiteY12" fmla="*/ 3464878 h 3464878"/>
              <a:gd name="connsiteX13" fmla="*/ 0 w 4633549"/>
              <a:gd name="connsiteY13" fmla="*/ 3464878 h 3464878"/>
              <a:gd name="connsiteX14" fmla="*/ 5080 w 4633549"/>
              <a:gd name="connsiteY14" fmla="*/ 590804 h 3464878"/>
              <a:gd name="connsiteX0" fmla="*/ 5080 w 4633549"/>
              <a:gd name="connsiteY0" fmla="*/ 590804 h 3464878"/>
              <a:gd name="connsiteX1" fmla="*/ 531749 w 4633549"/>
              <a:gd name="connsiteY1" fmla="*/ 3175 h 3464878"/>
              <a:gd name="connsiteX2" fmla="*/ 982472 w 4633549"/>
              <a:gd name="connsiteY2" fmla="*/ 0 h 3464878"/>
              <a:gd name="connsiteX3" fmla="*/ 1081532 w 4633549"/>
              <a:gd name="connsiteY3" fmla="*/ 76200 h 3464878"/>
              <a:gd name="connsiteX4" fmla="*/ 1082802 w 4633549"/>
              <a:gd name="connsiteY4" fmla="*/ 185420 h 3464878"/>
              <a:gd name="connsiteX5" fmla="*/ 1309497 w 4633549"/>
              <a:gd name="connsiteY5" fmla="*/ 389255 h 3464878"/>
              <a:gd name="connsiteX6" fmla="*/ 3307842 w 4633549"/>
              <a:gd name="connsiteY6" fmla="*/ 385445 h 3464878"/>
              <a:gd name="connsiteX7" fmla="*/ 3545967 w 4633549"/>
              <a:gd name="connsiteY7" fmla="*/ 170180 h 3464878"/>
              <a:gd name="connsiteX8" fmla="*/ 3549777 w 4633549"/>
              <a:gd name="connsiteY8" fmla="*/ 69215 h 3464878"/>
              <a:gd name="connsiteX9" fmla="*/ 3633597 w 4633549"/>
              <a:gd name="connsiteY9" fmla="*/ 4445 h 3464878"/>
              <a:gd name="connsiteX10" fmla="*/ 4087368 w 4633549"/>
              <a:gd name="connsiteY10" fmla="*/ 3302 h 3464878"/>
              <a:gd name="connsiteX11" fmla="*/ 4620006 w 4633549"/>
              <a:gd name="connsiteY11" fmla="*/ 528320 h 3464878"/>
              <a:gd name="connsiteX12" fmla="*/ 4633405 w 4633549"/>
              <a:gd name="connsiteY12" fmla="*/ 3464878 h 3464878"/>
              <a:gd name="connsiteX13" fmla="*/ 0 w 4633549"/>
              <a:gd name="connsiteY13" fmla="*/ 3464878 h 3464878"/>
              <a:gd name="connsiteX14" fmla="*/ 5080 w 4633549"/>
              <a:gd name="connsiteY14" fmla="*/ 590804 h 3464878"/>
              <a:gd name="connsiteX0" fmla="*/ 5080 w 4633549"/>
              <a:gd name="connsiteY0" fmla="*/ 590804 h 3464878"/>
              <a:gd name="connsiteX1" fmla="*/ 531749 w 4633549"/>
              <a:gd name="connsiteY1" fmla="*/ 3175 h 3464878"/>
              <a:gd name="connsiteX2" fmla="*/ 982472 w 4633549"/>
              <a:gd name="connsiteY2" fmla="*/ 0 h 3464878"/>
              <a:gd name="connsiteX3" fmla="*/ 1081532 w 4633549"/>
              <a:gd name="connsiteY3" fmla="*/ 76200 h 3464878"/>
              <a:gd name="connsiteX4" fmla="*/ 1092327 w 4633549"/>
              <a:gd name="connsiteY4" fmla="*/ 185420 h 3464878"/>
              <a:gd name="connsiteX5" fmla="*/ 1309497 w 4633549"/>
              <a:gd name="connsiteY5" fmla="*/ 389255 h 3464878"/>
              <a:gd name="connsiteX6" fmla="*/ 3307842 w 4633549"/>
              <a:gd name="connsiteY6" fmla="*/ 385445 h 3464878"/>
              <a:gd name="connsiteX7" fmla="*/ 3545967 w 4633549"/>
              <a:gd name="connsiteY7" fmla="*/ 170180 h 3464878"/>
              <a:gd name="connsiteX8" fmla="*/ 3549777 w 4633549"/>
              <a:gd name="connsiteY8" fmla="*/ 69215 h 3464878"/>
              <a:gd name="connsiteX9" fmla="*/ 3633597 w 4633549"/>
              <a:gd name="connsiteY9" fmla="*/ 4445 h 3464878"/>
              <a:gd name="connsiteX10" fmla="*/ 4087368 w 4633549"/>
              <a:gd name="connsiteY10" fmla="*/ 3302 h 3464878"/>
              <a:gd name="connsiteX11" fmla="*/ 4620006 w 4633549"/>
              <a:gd name="connsiteY11" fmla="*/ 528320 h 3464878"/>
              <a:gd name="connsiteX12" fmla="*/ 4633405 w 4633549"/>
              <a:gd name="connsiteY12" fmla="*/ 3464878 h 3464878"/>
              <a:gd name="connsiteX13" fmla="*/ 0 w 4633549"/>
              <a:gd name="connsiteY13" fmla="*/ 3464878 h 3464878"/>
              <a:gd name="connsiteX14" fmla="*/ 5080 w 4633549"/>
              <a:gd name="connsiteY14" fmla="*/ 590804 h 3464878"/>
              <a:gd name="connsiteX0" fmla="*/ 5080 w 4633549"/>
              <a:gd name="connsiteY0" fmla="*/ 590804 h 3464878"/>
              <a:gd name="connsiteX1" fmla="*/ 531749 w 4633549"/>
              <a:gd name="connsiteY1" fmla="*/ 3175 h 3464878"/>
              <a:gd name="connsiteX2" fmla="*/ 982472 w 4633549"/>
              <a:gd name="connsiteY2" fmla="*/ 0 h 3464878"/>
              <a:gd name="connsiteX3" fmla="*/ 1087247 w 4633549"/>
              <a:gd name="connsiteY3" fmla="*/ 76200 h 3464878"/>
              <a:gd name="connsiteX4" fmla="*/ 1092327 w 4633549"/>
              <a:gd name="connsiteY4" fmla="*/ 185420 h 3464878"/>
              <a:gd name="connsiteX5" fmla="*/ 1309497 w 4633549"/>
              <a:gd name="connsiteY5" fmla="*/ 389255 h 3464878"/>
              <a:gd name="connsiteX6" fmla="*/ 3307842 w 4633549"/>
              <a:gd name="connsiteY6" fmla="*/ 385445 h 3464878"/>
              <a:gd name="connsiteX7" fmla="*/ 3545967 w 4633549"/>
              <a:gd name="connsiteY7" fmla="*/ 170180 h 3464878"/>
              <a:gd name="connsiteX8" fmla="*/ 3549777 w 4633549"/>
              <a:gd name="connsiteY8" fmla="*/ 69215 h 3464878"/>
              <a:gd name="connsiteX9" fmla="*/ 3633597 w 4633549"/>
              <a:gd name="connsiteY9" fmla="*/ 4445 h 3464878"/>
              <a:gd name="connsiteX10" fmla="*/ 4087368 w 4633549"/>
              <a:gd name="connsiteY10" fmla="*/ 3302 h 3464878"/>
              <a:gd name="connsiteX11" fmla="*/ 4620006 w 4633549"/>
              <a:gd name="connsiteY11" fmla="*/ 528320 h 3464878"/>
              <a:gd name="connsiteX12" fmla="*/ 4633405 w 4633549"/>
              <a:gd name="connsiteY12" fmla="*/ 3464878 h 3464878"/>
              <a:gd name="connsiteX13" fmla="*/ 0 w 4633549"/>
              <a:gd name="connsiteY13" fmla="*/ 3464878 h 3464878"/>
              <a:gd name="connsiteX14" fmla="*/ 5080 w 4633549"/>
              <a:gd name="connsiteY14" fmla="*/ 590804 h 3464878"/>
              <a:gd name="connsiteX0" fmla="*/ 5080 w 4633549"/>
              <a:gd name="connsiteY0" fmla="*/ 590804 h 3464878"/>
              <a:gd name="connsiteX1" fmla="*/ 531749 w 4633549"/>
              <a:gd name="connsiteY1" fmla="*/ 3175 h 3464878"/>
              <a:gd name="connsiteX2" fmla="*/ 982472 w 4633549"/>
              <a:gd name="connsiteY2" fmla="*/ 0 h 3464878"/>
              <a:gd name="connsiteX3" fmla="*/ 1087247 w 4633549"/>
              <a:gd name="connsiteY3" fmla="*/ 76200 h 3464878"/>
              <a:gd name="connsiteX4" fmla="*/ 1092327 w 4633549"/>
              <a:gd name="connsiteY4" fmla="*/ 185420 h 3464878"/>
              <a:gd name="connsiteX5" fmla="*/ 1317117 w 4633549"/>
              <a:gd name="connsiteY5" fmla="*/ 389255 h 3464878"/>
              <a:gd name="connsiteX6" fmla="*/ 3307842 w 4633549"/>
              <a:gd name="connsiteY6" fmla="*/ 385445 h 3464878"/>
              <a:gd name="connsiteX7" fmla="*/ 3545967 w 4633549"/>
              <a:gd name="connsiteY7" fmla="*/ 170180 h 3464878"/>
              <a:gd name="connsiteX8" fmla="*/ 3549777 w 4633549"/>
              <a:gd name="connsiteY8" fmla="*/ 69215 h 3464878"/>
              <a:gd name="connsiteX9" fmla="*/ 3633597 w 4633549"/>
              <a:gd name="connsiteY9" fmla="*/ 4445 h 3464878"/>
              <a:gd name="connsiteX10" fmla="*/ 4087368 w 4633549"/>
              <a:gd name="connsiteY10" fmla="*/ 3302 h 3464878"/>
              <a:gd name="connsiteX11" fmla="*/ 4620006 w 4633549"/>
              <a:gd name="connsiteY11" fmla="*/ 528320 h 3464878"/>
              <a:gd name="connsiteX12" fmla="*/ 4633405 w 4633549"/>
              <a:gd name="connsiteY12" fmla="*/ 3464878 h 3464878"/>
              <a:gd name="connsiteX13" fmla="*/ 0 w 4633549"/>
              <a:gd name="connsiteY13" fmla="*/ 3464878 h 3464878"/>
              <a:gd name="connsiteX14" fmla="*/ 5080 w 4633549"/>
              <a:gd name="connsiteY14" fmla="*/ 590804 h 3464878"/>
              <a:gd name="connsiteX0" fmla="*/ 237 w 4628706"/>
              <a:gd name="connsiteY0" fmla="*/ 590804 h 9327361"/>
              <a:gd name="connsiteX1" fmla="*/ 526906 w 4628706"/>
              <a:gd name="connsiteY1" fmla="*/ 3175 h 9327361"/>
              <a:gd name="connsiteX2" fmla="*/ 977629 w 4628706"/>
              <a:gd name="connsiteY2" fmla="*/ 0 h 9327361"/>
              <a:gd name="connsiteX3" fmla="*/ 1082404 w 4628706"/>
              <a:gd name="connsiteY3" fmla="*/ 76200 h 9327361"/>
              <a:gd name="connsiteX4" fmla="*/ 1087484 w 4628706"/>
              <a:gd name="connsiteY4" fmla="*/ 185420 h 9327361"/>
              <a:gd name="connsiteX5" fmla="*/ 1312274 w 4628706"/>
              <a:gd name="connsiteY5" fmla="*/ 389255 h 9327361"/>
              <a:gd name="connsiteX6" fmla="*/ 3302999 w 4628706"/>
              <a:gd name="connsiteY6" fmla="*/ 385445 h 9327361"/>
              <a:gd name="connsiteX7" fmla="*/ 3541124 w 4628706"/>
              <a:gd name="connsiteY7" fmla="*/ 170180 h 9327361"/>
              <a:gd name="connsiteX8" fmla="*/ 3544934 w 4628706"/>
              <a:gd name="connsiteY8" fmla="*/ 69215 h 9327361"/>
              <a:gd name="connsiteX9" fmla="*/ 3628754 w 4628706"/>
              <a:gd name="connsiteY9" fmla="*/ 4445 h 9327361"/>
              <a:gd name="connsiteX10" fmla="*/ 4082525 w 4628706"/>
              <a:gd name="connsiteY10" fmla="*/ 3302 h 9327361"/>
              <a:gd name="connsiteX11" fmla="*/ 4615163 w 4628706"/>
              <a:gd name="connsiteY11" fmla="*/ 528320 h 9327361"/>
              <a:gd name="connsiteX12" fmla="*/ 4628562 w 4628706"/>
              <a:gd name="connsiteY12" fmla="*/ 3464878 h 9327361"/>
              <a:gd name="connsiteX13" fmla="*/ 4909 w 4628706"/>
              <a:gd name="connsiteY13" fmla="*/ 9327361 h 9327361"/>
              <a:gd name="connsiteX14" fmla="*/ 237 w 4628706"/>
              <a:gd name="connsiteY14" fmla="*/ 590804 h 9327361"/>
              <a:gd name="connsiteX0" fmla="*/ 235 w 4628704"/>
              <a:gd name="connsiteY0" fmla="*/ 590804 h 9327361"/>
              <a:gd name="connsiteX1" fmla="*/ 526904 w 4628704"/>
              <a:gd name="connsiteY1" fmla="*/ 3175 h 9327361"/>
              <a:gd name="connsiteX2" fmla="*/ 977627 w 4628704"/>
              <a:gd name="connsiteY2" fmla="*/ 0 h 9327361"/>
              <a:gd name="connsiteX3" fmla="*/ 1082402 w 4628704"/>
              <a:gd name="connsiteY3" fmla="*/ 76200 h 9327361"/>
              <a:gd name="connsiteX4" fmla="*/ 1087482 w 4628704"/>
              <a:gd name="connsiteY4" fmla="*/ 185420 h 9327361"/>
              <a:gd name="connsiteX5" fmla="*/ 1312272 w 4628704"/>
              <a:gd name="connsiteY5" fmla="*/ 389255 h 9327361"/>
              <a:gd name="connsiteX6" fmla="*/ 3302997 w 4628704"/>
              <a:gd name="connsiteY6" fmla="*/ 385445 h 9327361"/>
              <a:gd name="connsiteX7" fmla="*/ 3541122 w 4628704"/>
              <a:gd name="connsiteY7" fmla="*/ 170180 h 9327361"/>
              <a:gd name="connsiteX8" fmla="*/ 3544932 w 4628704"/>
              <a:gd name="connsiteY8" fmla="*/ 69215 h 9327361"/>
              <a:gd name="connsiteX9" fmla="*/ 3628752 w 4628704"/>
              <a:gd name="connsiteY9" fmla="*/ 4445 h 9327361"/>
              <a:gd name="connsiteX10" fmla="*/ 4082523 w 4628704"/>
              <a:gd name="connsiteY10" fmla="*/ 3302 h 9327361"/>
              <a:gd name="connsiteX11" fmla="*/ 4615161 w 4628704"/>
              <a:gd name="connsiteY11" fmla="*/ 528320 h 9327361"/>
              <a:gd name="connsiteX12" fmla="*/ 4628560 w 4628704"/>
              <a:gd name="connsiteY12" fmla="*/ 9279070 h 9327361"/>
              <a:gd name="connsiteX13" fmla="*/ 4907 w 4628704"/>
              <a:gd name="connsiteY13" fmla="*/ 9327361 h 9327361"/>
              <a:gd name="connsiteX14" fmla="*/ 235 w 4628704"/>
              <a:gd name="connsiteY14" fmla="*/ 590804 h 9327361"/>
              <a:gd name="connsiteX0" fmla="*/ 235 w 4623882"/>
              <a:gd name="connsiteY0" fmla="*/ 590804 h 9346677"/>
              <a:gd name="connsiteX1" fmla="*/ 526904 w 4623882"/>
              <a:gd name="connsiteY1" fmla="*/ 3175 h 9346677"/>
              <a:gd name="connsiteX2" fmla="*/ 977627 w 4623882"/>
              <a:gd name="connsiteY2" fmla="*/ 0 h 9346677"/>
              <a:gd name="connsiteX3" fmla="*/ 1082402 w 4623882"/>
              <a:gd name="connsiteY3" fmla="*/ 76200 h 9346677"/>
              <a:gd name="connsiteX4" fmla="*/ 1087482 w 4623882"/>
              <a:gd name="connsiteY4" fmla="*/ 185420 h 9346677"/>
              <a:gd name="connsiteX5" fmla="*/ 1312272 w 4623882"/>
              <a:gd name="connsiteY5" fmla="*/ 389255 h 9346677"/>
              <a:gd name="connsiteX6" fmla="*/ 3302997 w 4623882"/>
              <a:gd name="connsiteY6" fmla="*/ 385445 h 9346677"/>
              <a:gd name="connsiteX7" fmla="*/ 3541122 w 4623882"/>
              <a:gd name="connsiteY7" fmla="*/ 170180 h 9346677"/>
              <a:gd name="connsiteX8" fmla="*/ 3544932 w 4623882"/>
              <a:gd name="connsiteY8" fmla="*/ 69215 h 9346677"/>
              <a:gd name="connsiteX9" fmla="*/ 3628752 w 4623882"/>
              <a:gd name="connsiteY9" fmla="*/ 4445 h 9346677"/>
              <a:gd name="connsiteX10" fmla="*/ 4082523 w 4623882"/>
              <a:gd name="connsiteY10" fmla="*/ 3302 h 9346677"/>
              <a:gd name="connsiteX11" fmla="*/ 4615161 w 4623882"/>
              <a:gd name="connsiteY11" fmla="*/ 528320 h 9346677"/>
              <a:gd name="connsiteX12" fmla="*/ 4623684 w 4623882"/>
              <a:gd name="connsiteY12" fmla="*/ 9346677 h 9346677"/>
              <a:gd name="connsiteX13" fmla="*/ 4907 w 4623882"/>
              <a:gd name="connsiteY13" fmla="*/ 9327361 h 9346677"/>
              <a:gd name="connsiteX14" fmla="*/ 235 w 4623882"/>
              <a:gd name="connsiteY14" fmla="*/ 590804 h 9346677"/>
              <a:gd name="connsiteX0" fmla="*/ 235 w 4623880"/>
              <a:gd name="connsiteY0" fmla="*/ 590804 h 9341848"/>
              <a:gd name="connsiteX1" fmla="*/ 526904 w 4623880"/>
              <a:gd name="connsiteY1" fmla="*/ 3175 h 9341848"/>
              <a:gd name="connsiteX2" fmla="*/ 977627 w 4623880"/>
              <a:gd name="connsiteY2" fmla="*/ 0 h 9341848"/>
              <a:gd name="connsiteX3" fmla="*/ 1082402 w 4623880"/>
              <a:gd name="connsiteY3" fmla="*/ 76200 h 9341848"/>
              <a:gd name="connsiteX4" fmla="*/ 1087482 w 4623880"/>
              <a:gd name="connsiteY4" fmla="*/ 185420 h 9341848"/>
              <a:gd name="connsiteX5" fmla="*/ 1312272 w 4623880"/>
              <a:gd name="connsiteY5" fmla="*/ 389255 h 9341848"/>
              <a:gd name="connsiteX6" fmla="*/ 3302997 w 4623880"/>
              <a:gd name="connsiteY6" fmla="*/ 385445 h 9341848"/>
              <a:gd name="connsiteX7" fmla="*/ 3541122 w 4623880"/>
              <a:gd name="connsiteY7" fmla="*/ 170180 h 9341848"/>
              <a:gd name="connsiteX8" fmla="*/ 3544932 w 4623880"/>
              <a:gd name="connsiteY8" fmla="*/ 69215 h 9341848"/>
              <a:gd name="connsiteX9" fmla="*/ 3628752 w 4623880"/>
              <a:gd name="connsiteY9" fmla="*/ 4445 h 9341848"/>
              <a:gd name="connsiteX10" fmla="*/ 4082523 w 4623880"/>
              <a:gd name="connsiteY10" fmla="*/ 3302 h 9341848"/>
              <a:gd name="connsiteX11" fmla="*/ 4615161 w 4623880"/>
              <a:gd name="connsiteY11" fmla="*/ 528320 h 9341848"/>
              <a:gd name="connsiteX12" fmla="*/ 4623684 w 4623880"/>
              <a:gd name="connsiteY12" fmla="*/ 9341848 h 9341848"/>
              <a:gd name="connsiteX13" fmla="*/ 4907 w 4623880"/>
              <a:gd name="connsiteY13" fmla="*/ 9327361 h 9341848"/>
              <a:gd name="connsiteX14" fmla="*/ 235 w 4623880"/>
              <a:gd name="connsiteY14" fmla="*/ 590804 h 9341848"/>
              <a:gd name="connsiteX0" fmla="*/ 235 w 4619117"/>
              <a:gd name="connsiteY0" fmla="*/ 590804 h 9341848"/>
              <a:gd name="connsiteX1" fmla="*/ 526904 w 4619117"/>
              <a:gd name="connsiteY1" fmla="*/ 3175 h 9341848"/>
              <a:gd name="connsiteX2" fmla="*/ 977627 w 4619117"/>
              <a:gd name="connsiteY2" fmla="*/ 0 h 9341848"/>
              <a:gd name="connsiteX3" fmla="*/ 1082402 w 4619117"/>
              <a:gd name="connsiteY3" fmla="*/ 76200 h 9341848"/>
              <a:gd name="connsiteX4" fmla="*/ 1087482 w 4619117"/>
              <a:gd name="connsiteY4" fmla="*/ 185420 h 9341848"/>
              <a:gd name="connsiteX5" fmla="*/ 1312272 w 4619117"/>
              <a:gd name="connsiteY5" fmla="*/ 389255 h 9341848"/>
              <a:gd name="connsiteX6" fmla="*/ 3302997 w 4619117"/>
              <a:gd name="connsiteY6" fmla="*/ 385445 h 9341848"/>
              <a:gd name="connsiteX7" fmla="*/ 3541122 w 4619117"/>
              <a:gd name="connsiteY7" fmla="*/ 170180 h 9341848"/>
              <a:gd name="connsiteX8" fmla="*/ 3544932 w 4619117"/>
              <a:gd name="connsiteY8" fmla="*/ 69215 h 9341848"/>
              <a:gd name="connsiteX9" fmla="*/ 3628752 w 4619117"/>
              <a:gd name="connsiteY9" fmla="*/ 4445 h 9341848"/>
              <a:gd name="connsiteX10" fmla="*/ 4082523 w 4619117"/>
              <a:gd name="connsiteY10" fmla="*/ 3302 h 9341848"/>
              <a:gd name="connsiteX11" fmla="*/ 4615161 w 4619117"/>
              <a:gd name="connsiteY11" fmla="*/ 528320 h 9341848"/>
              <a:gd name="connsiteX12" fmla="*/ 4618808 w 4619117"/>
              <a:gd name="connsiteY12" fmla="*/ 9341848 h 9341848"/>
              <a:gd name="connsiteX13" fmla="*/ 4907 w 4619117"/>
              <a:gd name="connsiteY13" fmla="*/ 9327361 h 9341848"/>
              <a:gd name="connsiteX14" fmla="*/ 235 w 4619117"/>
              <a:gd name="connsiteY14" fmla="*/ 590804 h 9341848"/>
              <a:gd name="connsiteX0" fmla="*/ 235 w 4619117"/>
              <a:gd name="connsiteY0" fmla="*/ 590804 h 9327361"/>
              <a:gd name="connsiteX1" fmla="*/ 526904 w 4619117"/>
              <a:gd name="connsiteY1" fmla="*/ 3175 h 9327361"/>
              <a:gd name="connsiteX2" fmla="*/ 977627 w 4619117"/>
              <a:gd name="connsiteY2" fmla="*/ 0 h 9327361"/>
              <a:gd name="connsiteX3" fmla="*/ 1082402 w 4619117"/>
              <a:gd name="connsiteY3" fmla="*/ 76200 h 9327361"/>
              <a:gd name="connsiteX4" fmla="*/ 1087482 w 4619117"/>
              <a:gd name="connsiteY4" fmla="*/ 185420 h 9327361"/>
              <a:gd name="connsiteX5" fmla="*/ 1312272 w 4619117"/>
              <a:gd name="connsiteY5" fmla="*/ 389255 h 9327361"/>
              <a:gd name="connsiteX6" fmla="*/ 3302997 w 4619117"/>
              <a:gd name="connsiteY6" fmla="*/ 385445 h 9327361"/>
              <a:gd name="connsiteX7" fmla="*/ 3541122 w 4619117"/>
              <a:gd name="connsiteY7" fmla="*/ 170180 h 9327361"/>
              <a:gd name="connsiteX8" fmla="*/ 3544932 w 4619117"/>
              <a:gd name="connsiteY8" fmla="*/ 69215 h 9327361"/>
              <a:gd name="connsiteX9" fmla="*/ 3628752 w 4619117"/>
              <a:gd name="connsiteY9" fmla="*/ 4445 h 9327361"/>
              <a:gd name="connsiteX10" fmla="*/ 4082523 w 4619117"/>
              <a:gd name="connsiteY10" fmla="*/ 3302 h 9327361"/>
              <a:gd name="connsiteX11" fmla="*/ 4615161 w 4619117"/>
              <a:gd name="connsiteY11" fmla="*/ 528320 h 9327361"/>
              <a:gd name="connsiteX12" fmla="*/ 4618808 w 4619117"/>
              <a:gd name="connsiteY12" fmla="*/ 9327361 h 9327361"/>
              <a:gd name="connsiteX13" fmla="*/ 4907 w 4619117"/>
              <a:gd name="connsiteY13" fmla="*/ 9327361 h 9327361"/>
              <a:gd name="connsiteX14" fmla="*/ 235 w 4619117"/>
              <a:gd name="connsiteY14" fmla="*/ 590804 h 9327361"/>
              <a:gd name="connsiteX0" fmla="*/ 235 w 4623882"/>
              <a:gd name="connsiteY0" fmla="*/ 590804 h 9327361"/>
              <a:gd name="connsiteX1" fmla="*/ 526904 w 4623882"/>
              <a:gd name="connsiteY1" fmla="*/ 3175 h 9327361"/>
              <a:gd name="connsiteX2" fmla="*/ 977627 w 4623882"/>
              <a:gd name="connsiteY2" fmla="*/ 0 h 9327361"/>
              <a:gd name="connsiteX3" fmla="*/ 1082402 w 4623882"/>
              <a:gd name="connsiteY3" fmla="*/ 76200 h 9327361"/>
              <a:gd name="connsiteX4" fmla="*/ 1087482 w 4623882"/>
              <a:gd name="connsiteY4" fmla="*/ 185420 h 9327361"/>
              <a:gd name="connsiteX5" fmla="*/ 1312272 w 4623882"/>
              <a:gd name="connsiteY5" fmla="*/ 389255 h 9327361"/>
              <a:gd name="connsiteX6" fmla="*/ 3302997 w 4623882"/>
              <a:gd name="connsiteY6" fmla="*/ 385445 h 9327361"/>
              <a:gd name="connsiteX7" fmla="*/ 3541122 w 4623882"/>
              <a:gd name="connsiteY7" fmla="*/ 170180 h 9327361"/>
              <a:gd name="connsiteX8" fmla="*/ 3544932 w 4623882"/>
              <a:gd name="connsiteY8" fmla="*/ 69215 h 9327361"/>
              <a:gd name="connsiteX9" fmla="*/ 3628752 w 4623882"/>
              <a:gd name="connsiteY9" fmla="*/ 4445 h 9327361"/>
              <a:gd name="connsiteX10" fmla="*/ 4082523 w 4623882"/>
              <a:gd name="connsiteY10" fmla="*/ 3302 h 9327361"/>
              <a:gd name="connsiteX11" fmla="*/ 4615161 w 4623882"/>
              <a:gd name="connsiteY11" fmla="*/ 528320 h 9327361"/>
              <a:gd name="connsiteX12" fmla="*/ 4623684 w 4623882"/>
              <a:gd name="connsiteY12" fmla="*/ 9327361 h 9327361"/>
              <a:gd name="connsiteX13" fmla="*/ 4907 w 4623882"/>
              <a:gd name="connsiteY13" fmla="*/ 9327361 h 9327361"/>
              <a:gd name="connsiteX14" fmla="*/ 235 w 4623882"/>
              <a:gd name="connsiteY14" fmla="*/ 590804 h 9327361"/>
              <a:gd name="connsiteX0" fmla="*/ 235 w 4623880"/>
              <a:gd name="connsiteY0" fmla="*/ 590804 h 9332167"/>
              <a:gd name="connsiteX1" fmla="*/ 526904 w 4623880"/>
              <a:gd name="connsiteY1" fmla="*/ 3175 h 9332167"/>
              <a:gd name="connsiteX2" fmla="*/ 977627 w 4623880"/>
              <a:gd name="connsiteY2" fmla="*/ 0 h 9332167"/>
              <a:gd name="connsiteX3" fmla="*/ 1082402 w 4623880"/>
              <a:gd name="connsiteY3" fmla="*/ 76200 h 9332167"/>
              <a:gd name="connsiteX4" fmla="*/ 1087482 w 4623880"/>
              <a:gd name="connsiteY4" fmla="*/ 185420 h 9332167"/>
              <a:gd name="connsiteX5" fmla="*/ 1312272 w 4623880"/>
              <a:gd name="connsiteY5" fmla="*/ 389255 h 9332167"/>
              <a:gd name="connsiteX6" fmla="*/ 3302997 w 4623880"/>
              <a:gd name="connsiteY6" fmla="*/ 385445 h 9332167"/>
              <a:gd name="connsiteX7" fmla="*/ 3541122 w 4623880"/>
              <a:gd name="connsiteY7" fmla="*/ 170180 h 9332167"/>
              <a:gd name="connsiteX8" fmla="*/ 3544932 w 4623880"/>
              <a:gd name="connsiteY8" fmla="*/ 69215 h 9332167"/>
              <a:gd name="connsiteX9" fmla="*/ 3628752 w 4623880"/>
              <a:gd name="connsiteY9" fmla="*/ 4445 h 9332167"/>
              <a:gd name="connsiteX10" fmla="*/ 4082523 w 4623880"/>
              <a:gd name="connsiteY10" fmla="*/ 3302 h 9332167"/>
              <a:gd name="connsiteX11" fmla="*/ 4615161 w 4623880"/>
              <a:gd name="connsiteY11" fmla="*/ 528320 h 9332167"/>
              <a:gd name="connsiteX12" fmla="*/ 4623684 w 4623880"/>
              <a:gd name="connsiteY12" fmla="*/ 9327361 h 9332167"/>
              <a:gd name="connsiteX13" fmla="*/ 4206932 w 4623880"/>
              <a:gd name="connsiteY13" fmla="*/ 9332167 h 9332167"/>
              <a:gd name="connsiteX14" fmla="*/ 4907 w 4623880"/>
              <a:gd name="connsiteY14" fmla="*/ 9327361 h 9332167"/>
              <a:gd name="connsiteX15" fmla="*/ 235 w 4623880"/>
              <a:gd name="connsiteY15" fmla="*/ 590804 h 9332167"/>
              <a:gd name="connsiteX0" fmla="*/ 235 w 4623882"/>
              <a:gd name="connsiteY0" fmla="*/ 590804 h 9332167"/>
              <a:gd name="connsiteX1" fmla="*/ 526904 w 4623882"/>
              <a:gd name="connsiteY1" fmla="*/ 3175 h 9332167"/>
              <a:gd name="connsiteX2" fmla="*/ 977627 w 4623882"/>
              <a:gd name="connsiteY2" fmla="*/ 0 h 9332167"/>
              <a:gd name="connsiteX3" fmla="*/ 1082402 w 4623882"/>
              <a:gd name="connsiteY3" fmla="*/ 76200 h 9332167"/>
              <a:gd name="connsiteX4" fmla="*/ 1087482 w 4623882"/>
              <a:gd name="connsiteY4" fmla="*/ 185420 h 9332167"/>
              <a:gd name="connsiteX5" fmla="*/ 1312272 w 4623882"/>
              <a:gd name="connsiteY5" fmla="*/ 389255 h 9332167"/>
              <a:gd name="connsiteX6" fmla="*/ 3302997 w 4623882"/>
              <a:gd name="connsiteY6" fmla="*/ 385445 h 9332167"/>
              <a:gd name="connsiteX7" fmla="*/ 3541122 w 4623882"/>
              <a:gd name="connsiteY7" fmla="*/ 170180 h 9332167"/>
              <a:gd name="connsiteX8" fmla="*/ 3544932 w 4623882"/>
              <a:gd name="connsiteY8" fmla="*/ 69215 h 9332167"/>
              <a:gd name="connsiteX9" fmla="*/ 3628752 w 4623882"/>
              <a:gd name="connsiteY9" fmla="*/ 4445 h 9332167"/>
              <a:gd name="connsiteX10" fmla="*/ 4082523 w 4623882"/>
              <a:gd name="connsiteY10" fmla="*/ 3302 h 9332167"/>
              <a:gd name="connsiteX11" fmla="*/ 4615161 w 4623882"/>
              <a:gd name="connsiteY11" fmla="*/ 528320 h 9332167"/>
              <a:gd name="connsiteX12" fmla="*/ 4623684 w 4623882"/>
              <a:gd name="connsiteY12" fmla="*/ 9327361 h 9332167"/>
              <a:gd name="connsiteX13" fmla="*/ 4206932 w 4623882"/>
              <a:gd name="connsiteY13" fmla="*/ 9332167 h 9332167"/>
              <a:gd name="connsiteX14" fmla="*/ 506086 w 4623882"/>
              <a:gd name="connsiteY14" fmla="*/ 9332167 h 9332167"/>
              <a:gd name="connsiteX15" fmla="*/ 4907 w 4623882"/>
              <a:gd name="connsiteY15" fmla="*/ 9327361 h 9332167"/>
              <a:gd name="connsiteX16" fmla="*/ 235 w 4623882"/>
              <a:gd name="connsiteY16" fmla="*/ 590804 h 9332167"/>
              <a:gd name="connsiteX0" fmla="*/ 235 w 4623880"/>
              <a:gd name="connsiteY0" fmla="*/ 590804 h 9875437"/>
              <a:gd name="connsiteX1" fmla="*/ 526904 w 4623880"/>
              <a:gd name="connsiteY1" fmla="*/ 3175 h 9875437"/>
              <a:gd name="connsiteX2" fmla="*/ 977627 w 4623880"/>
              <a:gd name="connsiteY2" fmla="*/ 0 h 9875437"/>
              <a:gd name="connsiteX3" fmla="*/ 1082402 w 4623880"/>
              <a:gd name="connsiteY3" fmla="*/ 76200 h 9875437"/>
              <a:gd name="connsiteX4" fmla="*/ 1087482 w 4623880"/>
              <a:gd name="connsiteY4" fmla="*/ 185420 h 9875437"/>
              <a:gd name="connsiteX5" fmla="*/ 1312272 w 4623880"/>
              <a:gd name="connsiteY5" fmla="*/ 389255 h 9875437"/>
              <a:gd name="connsiteX6" fmla="*/ 3302997 w 4623880"/>
              <a:gd name="connsiteY6" fmla="*/ 385445 h 9875437"/>
              <a:gd name="connsiteX7" fmla="*/ 3541122 w 4623880"/>
              <a:gd name="connsiteY7" fmla="*/ 170180 h 9875437"/>
              <a:gd name="connsiteX8" fmla="*/ 3544932 w 4623880"/>
              <a:gd name="connsiteY8" fmla="*/ 69215 h 9875437"/>
              <a:gd name="connsiteX9" fmla="*/ 3628752 w 4623880"/>
              <a:gd name="connsiteY9" fmla="*/ 4445 h 9875437"/>
              <a:gd name="connsiteX10" fmla="*/ 4082523 w 4623880"/>
              <a:gd name="connsiteY10" fmla="*/ 3302 h 9875437"/>
              <a:gd name="connsiteX11" fmla="*/ 4615161 w 4623880"/>
              <a:gd name="connsiteY11" fmla="*/ 528320 h 9875437"/>
              <a:gd name="connsiteX12" fmla="*/ 4623684 w 4623880"/>
              <a:gd name="connsiteY12" fmla="*/ 9327361 h 9875437"/>
              <a:gd name="connsiteX13" fmla="*/ 4031398 w 4623880"/>
              <a:gd name="connsiteY13" fmla="*/ 9875437 h 9875437"/>
              <a:gd name="connsiteX14" fmla="*/ 506086 w 4623880"/>
              <a:gd name="connsiteY14" fmla="*/ 9332167 h 9875437"/>
              <a:gd name="connsiteX15" fmla="*/ 4907 w 4623880"/>
              <a:gd name="connsiteY15" fmla="*/ 9327361 h 9875437"/>
              <a:gd name="connsiteX16" fmla="*/ 235 w 4623880"/>
              <a:gd name="connsiteY16" fmla="*/ 590804 h 9875437"/>
              <a:gd name="connsiteX0" fmla="*/ 235 w 4623882"/>
              <a:gd name="connsiteY0" fmla="*/ 590804 h 9875437"/>
              <a:gd name="connsiteX1" fmla="*/ 526904 w 4623882"/>
              <a:gd name="connsiteY1" fmla="*/ 3175 h 9875437"/>
              <a:gd name="connsiteX2" fmla="*/ 977627 w 4623882"/>
              <a:gd name="connsiteY2" fmla="*/ 0 h 9875437"/>
              <a:gd name="connsiteX3" fmla="*/ 1082402 w 4623882"/>
              <a:gd name="connsiteY3" fmla="*/ 76200 h 9875437"/>
              <a:gd name="connsiteX4" fmla="*/ 1087482 w 4623882"/>
              <a:gd name="connsiteY4" fmla="*/ 185420 h 9875437"/>
              <a:gd name="connsiteX5" fmla="*/ 1312272 w 4623882"/>
              <a:gd name="connsiteY5" fmla="*/ 389255 h 9875437"/>
              <a:gd name="connsiteX6" fmla="*/ 3302997 w 4623882"/>
              <a:gd name="connsiteY6" fmla="*/ 385445 h 9875437"/>
              <a:gd name="connsiteX7" fmla="*/ 3541122 w 4623882"/>
              <a:gd name="connsiteY7" fmla="*/ 170180 h 9875437"/>
              <a:gd name="connsiteX8" fmla="*/ 3544932 w 4623882"/>
              <a:gd name="connsiteY8" fmla="*/ 69215 h 9875437"/>
              <a:gd name="connsiteX9" fmla="*/ 3628752 w 4623882"/>
              <a:gd name="connsiteY9" fmla="*/ 4445 h 9875437"/>
              <a:gd name="connsiteX10" fmla="*/ 4082523 w 4623882"/>
              <a:gd name="connsiteY10" fmla="*/ 3302 h 9875437"/>
              <a:gd name="connsiteX11" fmla="*/ 4615161 w 4623882"/>
              <a:gd name="connsiteY11" fmla="*/ 528320 h 9875437"/>
              <a:gd name="connsiteX12" fmla="*/ 4623684 w 4623882"/>
              <a:gd name="connsiteY12" fmla="*/ 9327361 h 9875437"/>
              <a:gd name="connsiteX13" fmla="*/ 4031398 w 4623882"/>
              <a:gd name="connsiteY13" fmla="*/ 9875437 h 9875437"/>
              <a:gd name="connsiteX14" fmla="*/ 520713 w 4623882"/>
              <a:gd name="connsiteY14" fmla="*/ 9875437 h 9875437"/>
              <a:gd name="connsiteX15" fmla="*/ 4907 w 4623882"/>
              <a:gd name="connsiteY15" fmla="*/ 9327361 h 9875437"/>
              <a:gd name="connsiteX16" fmla="*/ 235 w 4623882"/>
              <a:gd name="connsiteY16" fmla="*/ 590804 h 9875437"/>
              <a:gd name="connsiteX0" fmla="*/ 235 w 4623880"/>
              <a:gd name="connsiteY0" fmla="*/ 590804 h 9875437"/>
              <a:gd name="connsiteX1" fmla="*/ 526904 w 4623880"/>
              <a:gd name="connsiteY1" fmla="*/ 3175 h 9875437"/>
              <a:gd name="connsiteX2" fmla="*/ 977627 w 4623880"/>
              <a:gd name="connsiteY2" fmla="*/ 0 h 9875437"/>
              <a:gd name="connsiteX3" fmla="*/ 1082402 w 4623880"/>
              <a:gd name="connsiteY3" fmla="*/ 76200 h 9875437"/>
              <a:gd name="connsiteX4" fmla="*/ 1087482 w 4623880"/>
              <a:gd name="connsiteY4" fmla="*/ 185420 h 9875437"/>
              <a:gd name="connsiteX5" fmla="*/ 1312272 w 4623880"/>
              <a:gd name="connsiteY5" fmla="*/ 389255 h 9875437"/>
              <a:gd name="connsiteX6" fmla="*/ 3302997 w 4623880"/>
              <a:gd name="connsiteY6" fmla="*/ 385445 h 9875437"/>
              <a:gd name="connsiteX7" fmla="*/ 3541122 w 4623880"/>
              <a:gd name="connsiteY7" fmla="*/ 170180 h 9875437"/>
              <a:gd name="connsiteX8" fmla="*/ 3544932 w 4623880"/>
              <a:gd name="connsiteY8" fmla="*/ 69215 h 9875437"/>
              <a:gd name="connsiteX9" fmla="*/ 3628752 w 4623880"/>
              <a:gd name="connsiteY9" fmla="*/ 4445 h 9875437"/>
              <a:gd name="connsiteX10" fmla="*/ 4082523 w 4623880"/>
              <a:gd name="connsiteY10" fmla="*/ 3302 h 9875437"/>
              <a:gd name="connsiteX11" fmla="*/ 4615161 w 4623880"/>
              <a:gd name="connsiteY11" fmla="*/ 528320 h 9875437"/>
              <a:gd name="connsiteX12" fmla="*/ 4623684 w 4623880"/>
              <a:gd name="connsiteY12" fmla="*/ 9327361 h 9875437"/>
              <a:gd name="connsiteX13" fmla="*/ 4031398 w 4623880"/>
              <a:gd name="connsiteY13" fmla="*/ 9875437 h 9875437"/>
              <a:gd name="connsiteX14" fmla="*/ 520713 w 4623880"/>
              <a:gd name="connsiteY14" fmla="*/ 9875437 h 9875437"/>
              <a:gd name="connsiteX15" fmla="*/ 4907 w 4623880"/>
              <a:gd name="connsiteY15" fmla="*/ 9327361 h 9875437"/>
              <a:gd name="connsiteX16" fmla="*/ 235 w 4623880"/>
              <a:gd name="connsiteY16" fmla="*/ 590804 h 9875437"/>
              <a:gd name="connsiteX0" fmla="*/ 235 w 4623882"/>
              <a:gd name="connsiteY0" fmla="*/ 590804 h 9875437"/>
              <a:gd name="connsiteX1" fmla="*/ 526904 w 4623882"/>
              <a:gd name="connsiteY1" fmla="*/ 3175 h 9875437"/>
              <a:gd name="connsiteX2" fmla="*/ 977627 w 4623882"/>
              <a:gd name="connsiteY2" fmla="*/ 0 h 9875437"/>
              <a:gd name="connsiteX3" fmla="*/ 1082402 w 4623882"/>
              <a:gd name="connsiteY3" fmla="*/ 76200 h 9875437"/>
              <a:gd name="connsiteX4" fmla="*/ 1087482 w 4623882"/>
              <a:gd name="connsiteY4" fmla="*/ 185420 h 9875437"/>
              <a:gd name="connsiteX5" fmla="*/ 1312272 w 4623882"/>
              <a:gd name="connsiteY5" fmla="*/ 389255 h 9875437"/>
              <a:gd name="connsiteX6" fmla="*/ 3302997 w 4623882"/>
              <a:gd name="connsiteY6" fmla="*/ 385445 h 9875437"/>
              <a:gd name="connsiteX7" fmla="*/ 3541122 w 4623882"/>
              <a:gd name="connsiteY7" fmla="*/ 170180 h 9875437"/>
              <a:gd name="connsiteX8" fmla="*/ 3544932 w 4623882"/>
              <a:gd name="connsiteY8" fmla="*/ 69215 h 9875437"/>
              <a:gd name="connsiteX9" fmla="*/ 3628752 w 4623882"/>
              <a:gd name="connsiteY9" fmla="*/ 4445 h 9875437"/>
              <a:gd name="connsiteX10" fmla="*/ 4082523 w 4623882"/>
              <a:gd name="connsiteY10" fmla="*/ 3302 h 9875437"/>
              <a:gd name="connsiteX11" fmla="*/ 4615161 w 4623882"/>
              <a:gd name="connsiteY11" fmla="*/ 528320 h 9875437"/>
              <a:gd name="connsiteX12" fmla="*/ 4623684 w 4623882"/>
              <a:gd name="connsiteY12" fmla="*/ 9327361 h 9875437"/>
              <a:gd name="connsiteX13" fmla="*/ 4031398 w 4623882"/>
              <a:gd name="connsiteY13" fmla="*/ 9875437 h 9875437"/>
              <a:gd name="connsiteX14" fmla="*/ 520713 w 4623882"/>
              <a:gd name="connsiteY14" fmla="*/ 9875437 h 9875437"/>
              <a:gd name="connsiteX15" fmla="*/ 4907 w 4623882"/>
              <a:gd name="connsiteY15" fmla="*/ 9327361 h 9875437"/>
              <a:gd name="connsiteX16" fmla="*/ 235 w 4623882"/>
              <a:gd name="connsiteY16" fmla="*/ 590804 h 9875437"/>
              <a:gd name="connsiteX0" fmla="*/ 235 w 4623880"/>
              <a:gd name="connsiteY0" fmla="*/ 590804 h 9875954"/>
              <a:gd name="connsiteX1" fmla="*/ 526904 w 4623880"/>
              <a:gd name="connsiteY1" fmla="*/ 3175 h 9875954"/>
              <a:gd name="connsiteX2" fmla="*/ 977627 w 4623880"/>
              <a:gd name="connsiteY2" fmla="*/ 0 h 9875954"/>
              <a:gd name="connsiteX3" fmla="*/ 1082402 w 4623880"/>
              <a:gd name="connsiteY3" fmla="*/ 76200 h 9875954"/>
              <a:gd name="connsiteX4" fmla="*/ 1087482 w 4623880"/>
              <a:gd name="connsiteY4" fmla="*/ 185420 h 9875954"/>
              <a:gd name="connsiteX5" fmla="*/ 1312272 w 4623880"/>
              <a:gd name="connsiteY5" fmla="*/ 389255 h 9875954"/>
              <a:gd name="connsiteX6" fmla="*/ 3302997 w 4623880"/>
              <a:gd name="connsiteY6" fmla="*/ 385445 h 9875954"/>
              <a:gd name="connsiteX7" fmla="*/ 3541122 w 4623880"/>
              <a:gd name="connsiteY7" fmla="*/ 170180 h 9875954"/>
              <a:gd name="connsiteX8" fmla="*/ 3544932 w 4623880"/>
              <a:gd name="connsiteY8" fmla="*/ 69215 h 9875954"/>
              <a:gd name="connsiteX9" fmla="*/ 3628752 w 4623880"/>
              <a:gd name="connsiteY9" fmla="*/ 4445 h 9875954"/>
              <a:gd name="connsiteX10" fmla="*/ 4082523 w 4623880"/>
              <a:gd name="connsiteY10" fmla="*/ 3302 h 9875954"/>
              <a:gd name="connsiteX11" fmla="*/ 4615161 w 4623880"/>
              <a:gd name="connsiteY11" fmla="*/ 528320 h 9875954"/>
              <a:gd name="connsiteX12" fmla="*/ 4623684 w 4623880"/>
              <a:gd name="connsiteY12" fmla="*/ 9327361 h 9875954"/>
              <a:gd name="connsiteX13" fmla="*/ 4031398 w 4623880"/>
              <a:gd name="connsiteY13" fmla="*/ 9875437 h 9875954"/>
              <a:gd name="connsiteX14" fmla="*/ 520713 w 4623880"/>
              <a:gd name="connsiteY14" fmla="*/ 9875437 h 9875954"/>
              <a:gd name="connsiteX15" fmla="*/ 4907 w 4623880"/>
              <a:gd name="connsiteY15" fmla="*/ 9327361 h 9875954"/>
              <a:gd name="connsiteX16" fmla="*/ 235 w 4623880"/>
              <a:gd name="connsiteY16" fmla="*/ 590804 h 9875954"/>
              <a:gd name="connsiteX0" fmla="*/ 235 w 4623882"/>
              <a:gd name="connsiteY0" fmla="*/ 590804 h 9876272"/>
              <a:gd name="connsiteX1" fmla="*/ 526904 w 4623882"/>
              <a:gd name="connsiteY1" fmla="*/ 3175 h 9876272"/>
              <a:gd name="connsiteX2" fmla="*/ 977627 w 4623882"/>
              <a:gd name="connsiteY2" fmla="*/ 0 h 9876272"/>
              <a:gd name="connsiteX3" fmla="*/ 1082402 w 4623882"/>
              <a:gd name="connsiteY3" fmla="*/ 76200 h 9876272"/>
              <a:gd name="connsiteX4" fmla="*/ 1087482 w 4623882"/>
              <a:gd name="connsiteY4" fmla="*/ 185420 h 9876272"/>
              <a:gd name="connsiteX5" fmla="*/ 1312272 w 4623882"/>
              <a:gd name="connsiteY5" fmla="*/ 389255 h 9876272"/>
              <a:gd name="connsiteX6" fmla="*/ 3302997 w 4623882"/>
              <a:gd name="connsiteY6" fmla="*/ 385445 h 9876272"/>
              <a:gd name="connsiteX7" fmla="*/ 3541122 w 4623882"/>
              <a:gd name="connsiteY7" fmla="*/ 170180 h 9876272"/>
              <a:gd name="connsiteX8" fmla="*/ 3544932 w 4623882"/>
              <a:gd name="connsiteY8" fmla="*/ 69215 h 9876272"/>
              <a:gd name="connsiteX9" fmla="*/ 3628752 w 4623882"/>
              <a:gd name="connsiteY9" fmla="*/ 4445 h 9876272"/>
              <a:gd name="connsiteX10" fmla="*/ 4082523 w 4623882"/>
              <a:gd name="connsiteY10" fmla="*/ 3302 h 9876272"/>
              <a:gd name="connsiteX11" fmla="*/ 4615161 w 4623882"/>
              <a:gd name="connsiteY11" fmla="*/ 528320 h 9876272"/>
              <a:gd name="connsiteX12" fmla="*/ 4623684 w 4623882"/>
              <a:gd name="connsiteY12" fmla="*/ 9327361 h 9876272"/>
              <a:gd name="connsiteX13" fmla="*/ 4031398 w 4623882"/>
              <a:gd name="connsiteY13" fmla="*/ 9875437 h 9876272"/>
              <a:gd name="connsiteX14" fmla="*/ 520713 w 4623882"/>
              <a:gd name="connsiteY14" fmla="*/ 9875437 h 9876272"/>
              <a:gd name="connsiteX15" fmla="*/ 4907 w 4623882"/>
              <a:gd name="connsiteY15" fmla="*/ 9327361 h 9876272"/>
              <a:gd name="connsiteX16" fmla="*/ 235 w 4623882"/>
              <a:gd name="connsiteY16" fmla="*/ 590804 h 9876272"/>
              <a:gd name="connsiteX0" fmla="*/ 235 w 4623880"/>
              <a:gd name="connsiteY0" fmla="*/ 590804 h 9875437"/>
              <a:gd name="connsiteX1" fmla="*/ 526904 w 4623880"/>
              <a:gd name="connsiteY1" fmla="*/ 3175 h 9875437"/>
              <a:gd name="connsiteX2" fmla="*/ 977627 w 4623880"/>
              <a:gd name="connsiteY2" fmla="*/ 0 h 9875437"/>
              <a:gd name="connsiteX3" fmla="*/ 1082402 w 4623880"/>
              <a:gd name="connsiteY3" fmla="*/ 76200 h 9875437"/>
              <a:gd name="connsiteX4" fmla="*/ 1087482 w 4623880"/>
              <a:gd name="connsiteY4" fmla="*/ 185420 h 9875437"/>
              <a:gd name="connsiteX5" fmla="*/ 1312272 w 4623880"/>
              <a:gd name="connsiteY5" fmla="*/ 389255 h 9875437"/>
              <a:gd name="connsiteX6" fmla="*/ 3302997 w 4623880"/>
              <a:gd name="connsiteY6" fmla="*/ 385445 h 9875437"/>
              <a:gd name="connsiteX7" fmla="*/ 3541122 w 4623880"/>
              <a:gd name="connsiteY7" fmla="*/ 170180 h 9875437"/>
              <a:gd name="connsiteX8" fmla="*/ 3544932 w 4623880"/>
              <a:gd name="connsiteY8" fmla="*/ 69215 h 9875437"/>
              <a:gd name="connsiteX9" fmla="*/ 3628752 w 4623880"/>
              <a:gd name="connsiteY9" fmla="*/ 4445 h 9875437"/>
              <a:gd name="connsiteX10" fmla="*/ 4082523 w 4623880"/>
              <a:gd name="connsiteY10" fmla="*/ 3302 h 9875437"/>
              <a:gd name="connsiteX11" fmla="*/ 4615161 w 4623880"/>
              <a:gd name="connsiteY11" fmla="*/ 528320 h 9875437"/>
              <a:gd name="connsiteX12" fmla="*/ 4623684 w 4623880"/>
              <a:gd name="connsiteY12" fmla="*/ 9327361 h 9875437"/>
              <a:gd name="connsiteX13" fmla="*/ 4031398 w 4623880"/>
              <a:gd name="connsiteY13" fmla="*/ 9875437 h 9875437"/>
              <a:gd name="connsiteX14" fmla="*/ 520713 w 4623880"/>
              <a:gd name="connsiteY14" fmla="*/ 9875437 h 9875437"/>
              <a:gd name="connsiteX15" fmla="*/ 4907 w 4623880"/>
              <a:gd name="connsiteY15" fmla="*/ 9327361 h 9875437"/>
              <a:gd name="connsiteX16" fmla="*/ 235 w 4623880"/>
              <a:gd name="connsiteY16" fmla="*/ 590804 h 9875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3880" h="9875437">
                <a:moveTo>
                  <a:pt x="235" y="590804"/>
                </a:moveTo>
                <a:cubicBezTo>
                  <a:pt x="50696" y="128863"/>
                  <a:pt x="329123" y="33316"/>
                  <a:pt x="526904" y="3175"/>
                </a:cubicBezTo>
                <a:lnTo>
                  <a:pt x="977627" y="0"/>
                </a:lnTo>
                <a:cubicBezTo>
                  <a:pt x="1033507" y="6350"/>
                  <a:pt x="1074147" y="27940"/>
                  <a:pt x="1082402" y="76200"/>
                </a:cubicBezTo>
                <a:cubicBezTo>
                  <a:pt x="1082825" y="112607"/>
                  <a:pt x="1087059" y="149013"/>
                  <a:pt x="1087482" y="185420"/>
                </a:cubicBezTo>
                <a:cubicBezTo>
                  <a:pt x="1111612" y="287655"/>
                  <a:pt x="1175747" y="370840"/>
                  <a:pt x="1312272" y="389255"/>
                </a:cubicBezTo>
                <a:lnTo>
                  <a:pt x="3302997" y="385445"/>
                </a:lnTo>
                <a:cubicBezTo>
                  <a:pt x="3468097" y="374650"/>
                  <a:pt x="3526517" y="266700"/>
                  <a:pt x="3541122" y="170180"/>
                </a:cubicBezTo>
                <a:lnTo>
                  <a:pt x="3544932" y="69215"/>
                </a:lnTo>
                <a:cubicBezTo>
                  <a:pt x="3542392" y="22860"/>
                  <a:pt x="3593192" y="5080"/>
                  <a:pt x="3628752" y="4445"/>
                </a:cubicBezTo>
                <a:lnTo>
                  <a:pt x="4082523" y="3302"/>
                </a:lnTo>
                <a:cubicBezTo>
                  <a:pt x="4372464" y="31623"/>
                  <a:pt x="4610970" y="282829"/>
                  <a:pt x="4615161" y="528320"/>
                </a:cubicBezTo>
                <a:cubicBezTo>
                  <a:pt x="4613277" y="1606233"/>
                  <a:pt x="4625568" y="8249448"/>
                  <a:pt x="4623684" y="9327361"/>
                </a:cubicBezTo>
                <a:cubicBezTo>
                  <a:pt x="4616418" y="9662169"/>
                  <a:pt x="4386078" y="9870215"/>
                  <a:pt x="4031398" y="9875437"/>
                </a:cubicBezTo>
                <a:lnTo>
                  <a:pt x="520713" y="9875437"/>
                </a:lnTo>
                <a:cubicBezTo>
                  <a:pt x="176901" y="9833996"/>
                  <a:pt x="48848" y="9615086"/>
                  <a:pt x="4907" y="9327361"/>
                </a:cubicBezTo>
                <a:cubicBezTo>
                  <a:pt x="6600" y="8369336"/>
                  <a:pt x="-1458" y="1548829"/>
                  <a:pt x="235" y="590804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19042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99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905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49" r:id="rId3"/>
    <p:sldLayoutId id="214748365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4A032D5-47E2-4688-94F1-4C9A1BAEAECF}"/>
              </a:ext>
            </a:extLst>
          </p:cNvPr>
          <p:cNvSpPr/>
          <p:nvPr/>
        </p:nvSpPr>
        <p:spPr>
          <a:xfrm>
            <a:off x="1142105" y="790576"/>
            <a:ext cx="10152061" cy="5276848"/>
          </a:xfrm>
          <a:prstGeom prst="roundRect">
            <a:avLst>
              <a:gd name="adj" fmla="val 3969"/>
            </a:avLst>
          </a:prstGeom>
          <a:solidFill>
            <a:srgbClr val="00337E"/>
          </a:solidFill>
          <a:ln w="6350">
            <a:solidFill>
              <a:schemeClr val="bg1"/>
            </a:solidFill>
          </a:ln>
          <a:effectLst>
            <a:outerShdw blurRad="292100" dist="114300" dir="2700000" sx="101000" sy="101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75E3E-E4F0-4B36-801C-A088C269656F}"/>
              </a:ext>
            </a:extLst>
          </p:cNvPr>
          <p:cNvSpPr txBox="1"/>
          <p:nvPr/>
        </p:nvSpPr>
        <p:spPr>
          <a:xfrm>
            <a:off x="2084055" y="1513126"/>
            <a:ext cx="826759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ID" sz="8000" b="1" dirty="0">
                <a:solidFill>
                  <a:schemeClr val="bg1"/>
                </a:solidFill>
                <a:latin typeface="Poppins"/>
                <a:cs typeface="Poppins"/>
              </a:rPr>
              <a:t>HEADLINE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CB1E7A2-1F37-41B2-8DDA-F49AB658D355}"/>
              </a:ext>
            </a:extLst>
          </p:cNvPr>
          <p:cNvSpPr/>
          <p:nvPr/>
        </p:nvSpPr>
        <p:spPr>
          <a:xfrm>
            <a:off x="336559" y="297545"/>
            <a:ext cx="437672" cy="6262912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90FFE9-9032-453C-92EF-43656C098B6A}"/>
              </a:ext>
            </a:extLst>
          </p:cNvPr>
          <p:cNvSpPr txBox="1"/>
          <p:nvPr/>
        </p:nvSpPr>
        <p:spPr>
          <a:xfrm rot="16200000">
            <a:off x="-496676" y="3305890"/>
            <a:ext cx="2104141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spc="70" dirty="0">
                <a:solidFill>
                  <a:schemeClr val="bg1"/>
                </a:solidFill>
                <a:latin typeface="Poppins"/>
                <a:cs typeface="Poppins"/>
              </a:rPr>
              <a:t>SUBJECT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8AAEC4-3B43-51B7-E805-C04A4E14F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0694" y="809309"/>
            <a:ext cx="869403" cy="287546"/>
          </a:xfrm>
          <a:prstGeom prst="rect">
            <a:avLst/>
          </a:prstGeom>
        </p:spPr>
      </p:pic>
      <p:pic>
        <p:nvPicPr>
          <p:cNvPr id="9" name="Picture 8" descr="A white and black cartoon character&#10;&#10;Description automatically generated">
            <a:extLst>
              <a:ext uri="{FF2B5EF4-FFF2-40B4-BE49-F238E27FC236}">
                <a16:creationId xmlns:a16="http://schemas.microsoft.com/office/drawing/2014/main" id="{CB778543-0029-3C8A-A0D5-E0951EF65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130" y="4748330"/>
            <a:ext cx="867741" cy="668812"/>
          </a:xfrm>
          <a:prstGeom prst="rect">
            <a:avLst/>
          </a:prstGeom>
        </p:spPr>
      </p:pic>
      <p:pic>
        <p:nvPicPr>
          <p:cNvPr id="11" name="Picture 10" descr="A white cartoon character with horns and eyes&#10;&#10;Description automatically generated">
            <a:extLst>
              <a:ext uri="{FF2B5EF4-FFF2-40B4-BE49-F238E27FC236}">
                <a16:creationId xmlns:a16="http://schemas.microsoft.com/office/drawing/2014/main" id="{B12F35A7-3FE4-F7AA-E63E-924B60749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035" y="4436919"/>
            <a:ext cx="1301575" cy="128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90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1">
            <a:extLst>
              <a:ext uri="{FF2B5EF4-FFF2-40B4-BE49-F238E27FC236}">
                <a16:creationId xmlns:a16="http://schemas.microsoft.com/office/drawing/2014/main" id="{92949917-549B-5DB1-0C55-1F6000A907B7}"/>
              </a:ext>
            </a:extLst>
          </p:cNvPr>
          <p:cNvSpPr/>
          <p:nvPr/>
        </p:nvSpPr>
        <p:spPr>
          <a:xfrm>
            <a:off x="330795" y="297545"/>
            <a:ext cx="437672" cy="6262912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0033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C9C4AA-17A2-478C-D8CD-33E0A2FD140C}"/>
              </a:ext>
            </a:extLst>
          </p:cNvPr>
          <p:cNvSpPr txBox="1"/>
          <p:nvPr/>
        </p:nvSpPr>
        <p:spPr>
          <a:xfrm rot="16200000">
            <a:off x="-502440" y="3305890"/>
            <a:ext cx="2104141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00" spc="70" dirty="0">
                <a:solidFill>
                  <a:srgbClr val="00337E"/>
                </a:solidFill>
                <a:latin typeface="Poppins"/>
                <a:cs typeface="Poppins"/>
              </a:rPr>
              <a:t>SUBJECT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7A384E-BB95-0E4E-80F4-A46E6F85E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4926" y="809309"/>
            <a:ext cx="869407" cy="28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4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745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4A032D5-47E2-4688-94F1-4C9A1BAEAECF}"/>
              </a:ext>
            </a:extLst>
          </p:cNvPr>
          <p:cNvSpPr/>
          <p:nvPr/>
        </p:nvSpPr>
        <p:spPr>
          <a:xfrm>
            <a:off x="1142105" y="790576"/>
            <a:ext cx="10152061" cy="5276848"/>
          </a:xfrm>
          <a:prstGeom prst="roundRect">
            <a:avLst>
              <a:gd name="adj" fmla="val 3969"/>
            </a:avLst>
          </a:prstGeom>
          <a:solidFill>
            <a:srgbClr val="00337E"/>
          </a:solidFill>
          <a:ln w="6350">
            <a:solidFill>
              <a:schemeClr val="bg1"/>
            </a:solidFill>
          </a:ln>
          <a:effectLst>
            <a:outerShdw blurRad="292100" dist="114300" dir="2700000" sx="101000" sy="101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75E3E-E4F0-4B36-801C-A088C269656F}"/>
              </a:ext>
            </a:extLst>
          </p:cNvPr>
          <p:cNvSpPr txBox="1"/>
          <p:nvPr/>
        </p:nvSpPr>
        <p:spPr>
          <a:xfrm>
            <a:off x="2015258" y="2274838"/>
            <a:ext cx="8267591" cy="2308324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ID" sz="7200" b="1">
                <a:solidFill>
                  <a:schemeClr val="bg1"/>
                </a:solidFill>
                <a:latin typeface="Poppins" pitchFamily="2" charset="77"/>
                <a:ea typeface="DIN 2014 Bold" panose="020B0504020202020204" pitchFamily="34" charset="77"/>
                <a:cs typeface="Poppins" pitchFamily="2" charset="77"/>
              </a:rPr>
              <a:t>THANK YOU!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CB1E7A2-1F37-41B2-8DDA-F49AB658D355}"/>
              </a:ext>
            </a:extLst>
          </p:cNvPr>
          <p:cNvSpPr/>
          <p:nvPr/>
        </p:nvSpPr>
        <p:spPr>
          <a:xfrm>
            <a:off x="336559" y="297545"/>
            <a:ext cx="437672" cy="6262912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34654E-A677-438B-A07D-DF2B1F9C38FB}"/>
              </a:ext>
            </a:extLst>
          </p:cNvPr>
          <p:cNvSpPr txBox="1"/>
          <p:nvPr/>
        </p:nvSpPr>
        <p:spPr>
          <a:xfrm>
            <a:off x="275881" y="6208866"/>
            <a:ext cx="5590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spc="70">
                <a:solidFill>
                  <a:schemeClr val="bg1"/>
                </a:solidFill>
                <a:latin typeface="DM Sans Medium" pitchFamily="2" charset="0"/>
              </a:rPr>
              <a:t>32</a:t>
            </a:r>
            <a:endParaRPr lang="en-ID" sz="800" spc="70">
              <a:solidFill>
                <a:schemeClr val="bg1"/>
              </a:solidFill>
              <a:latin typeface="DM Sans Medium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90FFE9-9032-453C-92EF-43656C098B6A}"/>
              </a:ext>
            </a:extLst>
          </p:cNvPr>
          <p:cNvSpPr txBox="1"/>
          <p:nvPr/>
        </p:nvSpPr>
        <p:spPr>
          <a:xfrm rot="16200000">
            <a:off x="-496676" y="3305890"/>
            <a:ext cx="2104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70" dirty="0">
                <a:solidFill>
                  <a:schemeClr val="bg1"/>
                </a:solidFill>
                <a:latin typeface="Poppins" pitchFamily="2" charset="77"/>
                <a:ea typeface="DIN 2014 Demi" panose="020B0504020202020204" pitchFamily="34" charset="77"/>
                <a:cs typeface="Poppins" pitchFamily="2" charset="77"/>
              </a:rPr>
              <a:t>Presentation Template</a:t>
            </a:r>
            <a:endParaRPr lang="en-ID" sz="1000" spc="70" dirty="0">
              <a:solidFill>
                <a:schemeClr val="bg1"/>
              </a:solidFill>
              <a:latin typeface="Poppins" pitchFamily="2" charset="77"/>
              <a:ea typeface="DIN 2014 Demi" panose="020B0504020202020204" pitchFamily="34" charset="77"/>
              <a:cs typeface="Poppins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8AAEC4-3B43-51B7-E805-C04A4E14F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0694" y="809309"/>
            <a:ext cx="869403" cy="28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A4D6D5127A8D43B7FD024A72B6B48E" ma:contentTypeVersion="13" ma:contentTypeDescription="Create a new document." ma:contentTypeScope="" ma:versionID="03ebb6b2172f47a1050da470453b964c">
  <xsd:schema xmlns:xsd="http://www.w3.org/2001/XMLSchema" xmlns:xs="http://www.w3.org/2001/XMLSchema" xmlns:p="http://schemas.microsoft.com/office/2006/metadata/properties" xmlns:ns2="5f778b18-b441-4398-af55-0fb859902024" xmlns:ns3="00047157-79b8-486e-80f3-45b7d7c52728" targetNamespace="http://schemas.microsoft.com/office/2006/metadata/properties" ma:root="true" ma:fieldsID="af4537f5fc96fe78fd2786bf17d098d8" ns2:_="" ns3:_="">
    <xsd:import namespace="5f778b18-b441-4398-af55-0fb859902024"/>
    <xsd:import namespace="00047157-79b8-486e-80f3-45b7d7c527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78b18-b441-4398-af55-0fb8599020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0d51136-6a1c-4ef4-ad02-0c7d488c7a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047157-79b8-486e-80f3-45b7d7c5272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a610484-93ff-43d0-86b1-a52ef571634c}" ma:internalName="TaxCatchAll" ma:showField="CatchAllData" ma:web="00047157-79b8-486e-80f3-45b7d7c527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0047157-79b8-486e-80f3-45b7d7c52728">
      <UserInfo>
        <DisplayName/>
        <AccountId xsi:nil="true"/>
        <AccountType/>
      </UserInfo>
    </SharedWithUsers>
    <lcf76f155ced4ddcb4097134ff3c332f xmlns="5f778b18-b441-4398-af55-0fb859902024">
      <Terms xmlns="http://schemas.microsoft.com/office/infopath/2007/PartnerControls"/>
    </lcf76f155ced4ddcb4097134ff3c332f>
    <TaxCatchAll xmlns="00047157-79b8-486e-80f3-45b7d7c5272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2FB1EFB-CD4E-424E-9B2C-ACDCEF624077}">
  <ds:schemaRefs>
    <ds:schemaRef ds:uri="00047157-79b8-486e-80f3-45b7d7c52728"/>
    <ds:schemaRef ds:uri="5f778b18-b441-4398-af55-0fb8599020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5EFB217-4D2B-407F-B92A-E13E00F2C208}">
  <ds:schemaRefs>
    <ds:schemaRef ds:uri="00047157-79b8-486e-80f3-45b7d7c52728"/>
    <ds:schemaRef ds:uri="5f778b18-b441-4398-af55-0fb859902024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ABB2B6F-D84B-47BB-8C7C-2CEE0F3381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DM Sans Medium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Morrison</dc:creator>
  <cp:lastModifiedBy>Michael Morrison</cp:lastModifiedBy>
  <cp:revision>4</cp:revision>
  <dcterms:created xsi:type="dcterms:W3CDTF">2022-09-17T00:28:53Z</dcterms:created>
  <dcterms:modified xsi:type="dcterms:W3CDTF">2024-08-21T18:34:41Z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0x01010082A4D6D5127A8D43B7FD024A72B6B48E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